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5" r:id="rId8"/>
    <p:sldId id="266" r:id="rId9"/>
    <p:sldId id="267" r:id="rId10"/>
    <p:sldId id="268" r:id="rId11"/>
    <p:sldId id="279" r:id="rId12"/>
    <p:sldId id="269" r:id="rId13"/>
    <p:sldId id="280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11/04/2023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29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11/04/2023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729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11/04/2023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969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11/04/2023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259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11/04/2023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670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11/04/2023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7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11/04/2023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0988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11/04/2023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314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CDAFE6F-1792-4112-8ECC-515B31F3A972}" type="datetimeFigureOut">
              <a:rPr lang="en-ID" smtClean="0"/>
              <a:t>11/04/2023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598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11/04/2023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586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AFE6F-1792-4112-8ECC-515B31F3A972}" type="datetimeFigureOut">
              <a:rPr lang="en-ID" smtClean="0"/>
              <a:t>11/04/2023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748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AFE6F-1792-4112-8ECC-515B31F3A972}" type="datetimeFigureOut">
              <a:rPr lang="en-ID" smtClean="0"/>
              <a:t>11/04/2023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353191E-1AA3-4E0B-AE8C-D110E7CD8C15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153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8293E-7094-416A-8AB9-5A99D28A7A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SIMKA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D0F590-7D00-4ED5-971F-86B042DBBB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D" b="1" dirty="0"/>
              <a:t> </a:t>
            </a:r>
            <a:r>
              <a:rPr lang="en-ID" b="1" dirty="0" err="1"/>
              <a:t>Sistem</a:t>
            </a:r>
            <a:r>
              <a:rPr lang="en-ID" b="1" dirty="0"/>
              <a:t> </a:t>
            </a:r>
            <a:r>
              <a:rPr lang="en-ID" b="1" dirty="0" err="1"/>
              <a:t>Informasi</a:t>
            </a:r>
            <a:r>
              <a:rPr lang="en-ID" b="1" dirty="0"/>
              <a:t> </a:t>
            </a:r>
            <a:r>
              <a:rPr lang="en-ID" b="1" dirty="0" err="1"/>
              <a:t>Manajemen</a:t>
            </a:r>
            <a:r>
              <a:rPr lang="en-ID" b="1" dirty="0"/>
              <a:t> </a:t>
            </a:r>
            <a:r>
              <a:rPr lang="en-ID" b="1" dirty="0" err="1"/>
              <a:t>Kepegawaian</a:t>
            </a:r>
            <a:r>
              <a:rPr lang="en-ID" b="1" dirty="0"/>
              <a:t> (SIMKA)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48760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4CD45-4DA7-40FE-A5E5-ACC1238B6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2265218" cy="826366"/>
          </a:xfrm>
        </p:spPr>
        <p:txBody>
          <a:bodyPr/>
          <a:lstStyle/>
          <a:p>
            <a:r>
              <a:rPr lang="en-US" dirty="0"/>
              <a:t>HOME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18888F-CC00-4408-B9B4-D1D0C13D7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872" y="365126"/>
            <a:ext cx="8429625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747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AA1E-4AEE-4270-938E-3050F1F98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PENCARIAN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FB8F7-04E1-4C69-A5E7-B006FEA55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964" y="365125"/>
            <a:ext cx="8305800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800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61509" cy="1325563"/>
          </a:xfrm>
        </p:spPr>
        <p:txBody>
          <a:bodyPr/>
          <a:lstStyle/>
          <a:p>
            <a:r>
              <a:rPr lang="en-US" dirty="0"/>
              <a:t>EDIT PEGAWAI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3A1391-E938-497B-A495-26C1EBE30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708" y="365125"/>
            <a:ext cx="6428509" cy="627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42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761509" cy="673966"/>
          </a:xfrm>
        </p:spPr>
        <p:txBody>
          <a:bodyPr>
            <a:normAutofit/>
          </a:bodyPr>
          <a:lstStyle/>
          <a:p>
            <a:r>
              <a:rPr lang="en-US" dirty="0"/>
              <a:t>EDIT PEGAWAI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246321-5305-4B9F-9612-97FE15E1D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39092"/>
            <a:ext cx="8749145" cy="545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91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986953" cy="2807566"/>
          </a:xfrm>
        </p:spPr>
        <p:txBody>
          <a:bodyPr/>
          <a:lstStyle/>
          <a:p>
            <a:r>
              <a:rPr lang="en-US" dirty="0"/>
              <a:t>MODIFIKASI IDENTITAS PRIBADI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828A89-8305-4615-9745-0D510E2DC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325" y="221673"/>
            <a:ext cx="7570539" cy="605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207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236" y="365125"/>
            <a:ext cx="3561917" cy="2807566"/>
          </a:xfrm>
        </p:spPr>
        <p:txBody>
          <a:bodyPr/>
          <a:lstStyle/>
          <a:p>
            <a:r>
              <a:rPr lang="en-US" dirty="0"/>
              <a:t>MODIFIKASI KEPEGAWAIAN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00D391-2C31-4DB2-8C54-B8E5E9CBD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153" y="538162"/>
            <a:ext cx="7991475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254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830" y="365126"/>
            <a:ext cx="3561917" cy="1131166"/>
          </a:xfrm>
        </p:spPr>
        <p:txBody>
          <a:bodyPr>
            <a:normAutofit/>
          </a:bodyPr>
          <a:lstStyle/>
          <a:p>
            <a:r>
              <a:rPr lang="en-US" dirty="0"/>
              <a:t>MODIFIKASI TEMPAT KERJA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C76528-D8C8-45E5-8C94-EBF2DA47E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30" y="1768907"/>
            <a:ext cx="10192599" cy="472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530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8" y="375913"/>
            <a:ext cx="10628170" cy="660110"/>
          </a:xfrm>
        </p:spPr>
        <p:txBody>
          <a:bodyPr>
            <a:normAutofit/>
          </a:bodyPr>
          <a:lstStyle/>
          <a:p>
            <a:r>
              <a:rPr lang="en-US" dirty="0"/>
              <a:t>MODIFIKASI RIWAYAT PEGAWAI - KEPANGKATAN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5A897A-3C0F-4012-A5D9-163DD1180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8" y="1057275"/>
            <a:ext cx="9727625" cy="542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04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8" y="375913"/>
            <a:ext cx="10628170" cy="660110"/>
          </a:xfrm>
        </p:spPr>
        <p:txBody>
          <a:bodyPr>
            <a:normAutofit/>
          </a:bodyPr>
          <a:lstStyle/>
          <a:p>
            <a:r>
              <a:rPr lang="en-US" dirty="0"/>
              <a:t>MODIFIKASI RIWAYAT PEGAWAI - PENDIDIKAN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BD1783-9912-460F-8E30-ECA080BAB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8" y="1036023"/>
            <a:ext cx="10408925" cy="453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988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8" y="375912"/>
            <a:ext cx="10628170" cy="995687"/>
          </a:xfrm>
        </p:spPr>
        <p:txBody>
          <a:bodyPr>
            <a:normAutofit/>
          </a:bodyPr>
          <a:lstStyle/>
          <a:p>
            <a:r>
              <a:rPr lang="en-US" dirty="0"/>
              <a:t>MODIFIKASI RIWAYAT PEGAWAI – PENDIDIKAN - EDIT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4BB170-5DCC-4FA4-A92F-3FB7022B6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7" y="1371598"/>
            <a:ext cx="9076461" cy="523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77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8" y="375913"/>
            <a:ext cx="10628170" cy="660110"/>
          </a:xfrm>
        </p:spPr>
        <p:txBody>
          <a:bodyPr>
            <a:normAutofit/>
          </a:bodyPr>
          <a:lstStyle/>
          <a:p>
            <a:r>
              <a:rPr lang="en-US" dirty="0"/>
              <a:t>MODIFIKASI RIWAYAT PEGAWAI - JABATAN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665D61-B945-4DAD-B686-DFACEA811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7" y="1036023"/>
            <a:ext cx="8508425" cy="522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944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8" y="375913"/>
            <a:ext cx="10628170" cy="660110"/>
          </a:xfrm>
        </p:spPr>
        <p:txBody>
          <a:bodyPr>
            <a:normAutofit/>
          </a:bodyPr>
          <a:lstStyle/>
          <a:p>
            <a:r>
              <a:rPr lang="en-US" dirty="0"/>
              <a:t>MODIFIKASI RIWAYAT PEGAWAI – JABATAN - TAMBAH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AC59E5-BB1F-4871-B38B-D75500B16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93" y="1247776"/>
            <a:ext cx="7729971" cy="551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585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8" y="375913"/>
            <a:ext cx="10628170" cy="660110"/>
          </a:xfrm>
        </p:spPr>
        <p:txBody>
          <a:bodyPr>
            <a:normAutofit/>
          </a:bodyPr>
          <a:lstStyle/>
          <a:p>
            <a:r>
              <a:rPr lang="en-US" dirty="0"/>
              <a:t>MODIFIKASI RIWAYAT PEGAWAI – DIKLAT JABATAN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8C41A9-23D1-4B77-8FDF-712953C4C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8" y="1139103"/>
            <a:ext cx="10325288" cy="499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735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8" y="375913"/>
            <a:ext cx="10628170" cy="660110"/>
          </a:xfrm>
        </p:spPr>
        <p:txBody>
          <a:bodyPr>
            <a:normAutofit/>
          </a:bodyPr>
          <a:lstStyle/>
          <a:p>
            <a:r>
              <a:rPr lang="en-US" dirty="0"/>
              <a:t>MODIFIKASI RIWAYAT PEGAWAI – DIKLAT TEKNIS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69AAA0-A0AA-47B7-BD52-9CE8DA7A4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8" y="1036023"/>
            <a:ext cx="9575225" cy="554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16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8" y="375913"/>
            <a:ext cx="10628170" cy="660110"/>
          </a:xfrm>
        </p:spPr>
        <p:txBody>
          <a:bodyPr>
            <a:normAutofit/>
          </a:bodyPr>
          <a:lstStyle/>
          <a:p>
            <a:r>
              <a:rPr lang="en-US" dirty="0"/>
              <a:t>MODIFIKASI RIWAYAT PEGAWAI - PENGHARGAAN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CC75A4-D35B-4CE5-99B6-31F4BC5E0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8" y="1036023"/>
            <a:ext cx="10504802" cy="529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434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8" y="375913"/>
            <a:ext cx="10628170" cy="660110"/>
          </a:xfrm>
        </p:spPr>
        <p:txBody>
          <a:bodyPr>
            <a:normAutofit/>
          </a:bodyPr>
          <a:lstStyle/>
          <a:p>
            <a:r>
              <a:rPr lang="en-US" dirty="0"/>
              <a:t>MODIFIKASI RIWAYAT PEGAWAI – SUAMI/ISTRI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6D198A-A989-4F4A-B626-389EFDCAF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7" y="1036023"/>
            <a:ext cx="10994193" cy="428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28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8" y="375913"/>
            <a:ext cx="10628170" cy="660110"/>
          </a:xfrm>
        </p:spPr>
        <p:txBody>
          <a:bodyPr>
            <a:normAutofit/>
          </a:bodyPr>
          <a:lstStyle/>
          <a:p>
            <a:r>
              <a:rPr lang="en-US" dirty="0"/>
              <a:t>MODIFIKASI RIWAYAT PEGAWAI - ANAK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1E45B7-62C0-40E9-BC6E-E4373AD44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8" y="1036023"/>
            <a:ext cx="11103728" cy="485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598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8" y="375913"/>
            <a:ext cx="10628170" cy="1023396"/>
          </a:xfrm>
        </p:spPr>
        <p:txBody>
          <a:bodyPr>
            <a:normAutofit/>
          </a:bodyPr>
          <a:lstStyle/>
          <a:p>
            <a:r>
              <a:rPr lang="en-US" dirty="0"/>
              <a:t>MODIFIKASI RIWAYAT PEGAWAI – KENAIKAN GAJI BERKALA (KGB)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9E53FB-AF96-4B79-86CE-30F2E35D2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8" y="1503218"/>
            <a:ext cx="10951498" cy="409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230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8" y="375913"/>
            <a:ext cx="10628170" cy="660110"/>
          </a:xfrm>
        </p:spPr>
        <p:txBody>
          <a:bodyPr>
            <a:normAutofit/>
          </a:bodyPr>
          <a:lstStyle/>
          <a:p>
            <a:r>
              <a:rPr lang="en-US" dirty="0"/>
              <a:t>MODIFIKASI RIWAYAT PEGAWAI - KINERJA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2EA2AE-A212-4639-8C21-B1E46BF70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8" y="929012"/>
            <a:ext cx="8439152" cy="561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66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41E6-7499-4B24-85C2-26412DB6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8" y="375913"/>
            <a:ext cx="10628170" cy="1064960"/>
          </a:xfrm>
        </p:spPr>
        <p:txBody>
          <a:bodyPr>
            <a:normAutofit/>
          </a:bodyPr>
          <a:lstStyle/>
          <a:p>
            <a:r>
              <a:rPr lang="en-US" dirty="0"/>
              <a:t>MODIFIKASI RIWAYAT PEGAWAI – PELAKSANA TUGAS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723295-E2CA-4891-BAE4-BC85BD4BF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8" y="1440873"/>
            <a:ext cx="11317512" cy="436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64788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</TotalTime>
  <Words>94</Words>
  <Application>Microsoft Office PowerPoint</Application>
  <PresentationFormat>Widescreen</PresentationFormat>
  <Paragraphs>22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Gill Sans MT</vt:lpstr>
      <vt:lpstr>Gallery</vt:lpstr>
      <vt:lpstr>SIMKA</vt:lpstr>
      <vt:lpstr>HOME</vt:lpstr>
      <vt:lpstr>PENCARIAN</vt:lpstr>
      <vt:lpstr>EDIT PEGAWAI</vt:lpstr>
      <vt:lpstr>EDIT PEGAWAI</vt:lpstr>
      <vt:lpstr>MODIFIKASI IDENTITAS PRIBADI</vt:lpstr>
      <vt:lpstr>MODIFIKASI KEPEGAWAIAN</vt:lpstr>
      <vt:lpstr>MODIFIKASI TEMPAT KERJA</vt:lpstr>
      <vt:lpstr>MODIFIKASI RIWAYAT PEGAWAI - KEPANGKATAN</vt:lpstr>
      <vt:lpstr>MODIFIKASI RIWAYAT PEGAWAI - PENDIDIKAN</vt:lpstr>
      <vt:lpstr>MODIFIKASI RIWAYAT PEGAWAI – PENDIDIKAN - EDIT</vt:lpstr>
      <vt:lpstr>MODIFIKASI RIWAYAT PEGAWAI - JABATAN</vt:lpstr>
      <vt:lpstr>MODIFIKASI RIWAYAT PEGAWAI – JABATAN - TAMBAH</vt:lpstr>
      <vt:lpstr>MODIFIKASI RIWAYAT PEGAWAI – DIKLAT JABATAN</vt:lpstr>
      <vt:lpstr>MODIFIKASI RIWAYAT PEGAWAI – DIKLAT TEKNIS</vt:lpstr>
      <vt:lpstr>MODIFIKASI RIWAYAT PEGAWAI - PENGHARGAAN</vt:lpstr>
      <vt:lpstr>MODIFIKASI RIWAYAT PEGAWAI – SUAMI/ISTRI</vt:lpstr>
      <vt:lpstr>MODIFIKASI RIWAYAT PEGAWAI - ANAK</vt:lpstr>
      <vt:lpstr>MODIFIKASI RIWAYAT PEGAWAI – KENAIKAN GAJI BERKALA (KGB)</vt:lpstr>
      <vt:lpstr>MODIFIKASI RIWAYAT PEGAWAI - KINERJA</vt:lpstr>
      <vt:lpstr>MODIFIKASI RIWAYAT PEGAWAI – PELAKSANA TUGAS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yudi ade</dc:creator>
  <cp:lastModifiedBy>yudi ade</cp:lastModifiedBy>
  <cp:revision>8</cp:revision>
  <dcterms:created xsi:type="dcterms:W3CDTF">2023-04-11T01:11:24Z</dcterms:created>
  <dcterms:modified xsi:type="dcterms:W3CDTF">2023-04-11T01:35:00Z</dcterms:modified>
</cp:coreProperties>
</file>