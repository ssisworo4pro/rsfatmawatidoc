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3" r:id="rId7"/>
    <p:sldId id="264" r:id="rId8"/>
    <p:sldId id="262" r:id="rId9"/>
    <p:sldId id="261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F587986-70A4-47A1-A003-BE9685E103FD}" type="datetimeFigureOut">
              <a:rPr lang="en-US" smtClean="0"/>
              <a:pPr/>
              <a:t>10/4/2022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571DADD-9506-4FCB-889E-C5CD9E20B9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PROSES KERJA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Identifikasi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r>
              <a:rPr lang="en-US" dirty="0" smtClean="0"/>
              <a:t> </a:t>
            </a:r>
            <a:r>
              <a:rPr lang="en-US" dirty="0" err="1" smtClean="0"/>
              <a:t>Persediaan</a:t>
            </a:r>
            <a:r>
              <a:rPr lang="en-US" dirty="0" smtClean="0"/>
              <a:t> SIMGOSRS2</a:t>
            </a:r>
          </a:p>
          <a:p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rangka</a:t>
            </a:r>
            <a:r>
              <a:rPr lang="en-US" dirty="0" smtClean="0"/>
              <a:t> </a:t>
            </a:r>
            <a:r>
              <a:rPr lang="en-US" dirty="0" err="1" smtClean="0"/>
              <a:t>menemukan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terbaik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LATAR BELAKANG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Target,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menguasai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simrsgos2</a:t>
            </a:r>
          </a:p>
          <a:p>
            <a:r>
              <a:rPr lang="en-US" dirty="0" err="1" smtClean="0"/>
              <a:t>Kendala</a:t>
            </a:r>
            <a:r>
              <a:rPr lang="en-US" dirty="0" smtClean="0"/>
              <a:t>/</a:t>
            </a:r>
            <a:r>
              <a:rPr lang="en-US" dirty="0" err="1" smtClean="0"/>
              <a:t>Keluhan</a:t>
            </a:r>
            <a:r>
              <a:rPr lang="en-US" dirty="0" smtClean="0"/>
              <a:t> user </a:t>
            </a:r>
            <a:r>
              <a:rPr lang="en-US" dirty="0" err="1" smtClean="0"/>
              <a:t>masalah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Kesimpulan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, </a:t>
            </a:r>
            <a:r>
              <a:rPr lang="en-US" dirty="0" err="1" smtClean="0"/>
              <a:t>terjadi</a:t>
            </a:r>
            <a:r>
              <a:rPr lang="en-US" dirty="0" smtClean="0"/>
              <a:t> </a:t>
            </a:r>
            <a:r>
              <a:rPr lang="en-US" dirty="0" err="1" smtClean="0"/>
              <a:t>ketidaksesuaian</a:t>
            </a:r>
            <a:r>
              <a:rPr lang="en-US" dirty="0" smtClean="0"/>
              <a:t> data (</a:t>
            </a:r>
            <a:r>
              <a:rPr lang="en-US" dirty="0" err="1" smtClean="0"/>
              <a:t>masalah</a:t>
            </a:r>
            <a:r>
              <a:rPr lang="en-US" dirty="0" smtClean="0"/>
              <a:t> </a:t>
            </a:r>
            <a:r>
              <a:rPr lang="en-US" dirty="0" err="1" smtClean="0"/>
              <a:t>konsistensi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smtClean="0"/>
              <a:t>IDENTIFIKASI MASALAH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Struktur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simrsgos2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Pendekatan</a:t>
            </a:r>
            <a:r>
              <a:rPr lang="en-US" dirty="0" smtClean="0"/>
              <a:t> Database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en-US" dirty="0" smtClean="0"/>
          </a:p>
          <a:p>
            <a:r>
              <a:rPr lang="en-US" dirty="0" err="1" smtClean="0"/>
              <a:t>Struktur</a:t>
            </a:r>
            <a:r>
              <a:rPr lang="en-US" dirty="0" smtClean="0"/>
              <a:t> database</a:t>
            </a:r>
          </a:p>
          <a:p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endParaRPr lang="en-US" dirty="0" smtClean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815340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err="1" smtClean="0"/>
              <a:t>Struktur</a:t>
            </a:r>
            <a:r>
              <a:rPr lang="en-US" dirty="0" smtClean="0"/>
              <a:t>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55920"/>
          </a:xfrm>
        </p:spPr>
        <p:txBody>
          <a:bodyPr/>
          <a:lstStyle/>
          <a:p>
            <a:pPr>
              <a:buNone/>
            </a:pP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r>
              <a:rPr lang="en-US" dirty="0" smtClean="0"/>
              <a:t> via Trigger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00200"/>
            <a:ext cx="670369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smtClean="0"/>
              <a:t>JENIS TRANSAKSI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2732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err="1" smtClean="0"/>
              <a:t>Identifikasi</a:t>
            </a:r>
            <a:r>
              <a:rPr lang="en-US" dirty="0" smtClean="0"/>
              <a:t> Data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:</a:t>
            </a:r>
          </a:p>
          <a:p>
            <a:pPr>
              <a:buNone/>
            </a:pPr>
            <a:r>
              <a:rPr lang="en-US" dirty="0" smtClean="0"/>
              <a:t>1. </a:t>
            </a:r>
            <a:r>
              <a:rPr lang="en-US" dirty="0" err="1" smtClean="0"/>
              <a:t>stokOpName</a:t>
            </a:r>
            <a:r>
              <a:rPr lang="en-US" dirty="0" smtClean="0"/>
              <a:t>, final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batal</a:t>
            </a:r>
            <a:r>
              <a:rPr lang="en-US" dirty="0" smtClean="0"/>
              <a:t> final. </a:t>
            </a:r>
            <a:r>
              <a:rPr lang="en-US" dirty="0" err="1" smtClean="0"/>
              <a:t>diambil</a:t>
            </a:r>
            <a:r>
              <a:rPr lang="en-US" dirty="0" smtClean="0"/>
              <a:t> yang final. (11 &amp; 15)</a:t>
            </a:r>
          </a:p>
          <a:p>
            <a:pPr>
              <a:buNone/>
            </a:pPr>
            <a:r>
              <a:rPr lang="en-US" dirty="0" smtClean="0"/>
              <a:t>   - </a:t>
            </a:r>
            <a:r>
              <a:rPr lang="en-US" dirty="0" err="1" smtClean="0"/>
              <a:t>isu</a:t>
            </a:r>
            <a:r>
              <a:rPr lang="en-US" dirty="0" smtClean="0"/>
              <a:t> :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detil</a:t>
            </a:r>
            <a:r>
              <a:rPr lang="en-US" dirty="0" smtClean="0"/>
              <a:t> </a:t>
            </a:r>
            <a:r>
              <a:rPr lang="en-US" dirty="0" err="1" smtClean="0"/>
              <a:t>trx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2. KOREKSI,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keluar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. </a:t>
            </a:r>
            <a:r>
              <a:rPr lang="en-US" dirty="0" err="1" smtClean="0"/>
              <a:t>dengan</a:t>
            </a:r>
            <a:r>
              <a:rPr lang="en-US" dirty="0" smtClean="0"/>
              <a:t> status = 2 (</a:t>
            </a:r>
            <a:r>
              <a:rPr lang="en-US" dirty="0" err="1" smtClean="0"/>
              <a:t>mungkin</a:t>
            </a:r>
            <a:r>
              <a:rPr lang="en-US" dirty="0" smtClean="0"/>
              <a:t> final </a:t>
            </a:r>
            <a:r>
              <a:rPr lang="en-US" dirty="0" err="1" smtClean="0"/>
              <a:t>dan</a:t>
            </a:r>
            <a:r>
              <a:rPr lang="en-US" dirty="0" smtClean="0"/>
              <a:t> non final). 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(53),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keluar</a:t>
            </a:r>
            <a:r>
              <a:rPr lang="en-US" dirty="0" smtClean="0"/>
              <a:t> (54),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rincian</a:t>
            </a:r>
            <a:r>
              <a:rPr lang="en-US" dirty="0" smtClean="0"/>
              <a:t> </a:t>
            </a:r>
            <a:r>
              <a:rPr lang="en-US" dirty="0" err="1" smtClean="0"/>
              <a:t>alasannya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3. PERMINTAAN &amp; PENGIRIMAN &amp; PENERIMAAN, </a:t>
            </a:r>
            <a:r>
              <a:rPr lang="en-US" dirty="0" err="1" smtClean="0"/>
              <a:t>antar</a:t>
            </a:r>
            <a:r>
              <a:rPr lang="en-US" dirty="0" smtClean="0"/>
              <a:t> </a:t>
            </a:r>
            <a:r>
              <a:rPr lang="en-US" dirty="0" err="1" smtClean="0"/>
              <a:t>gudang</a:t>
            </a:r>
            <a:r>
              <a:rPr lang="en-US" dirty="0" smtClean="0"/>
              <a:t>/</a:t>
            </a:r>
            <a:r>
              <a:rPr lang="en-US" dirty="0" err="1" smtClean="0"/>
              <a:t>depo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penerimaan</a:t>
            </a:r>
            <a:r>
              <a:rPr lang="en-US" dirty="0" smtClean="0"/>
              <a:t> (20), </a:t>
            </a:r>
            <a:r>
              <a:rPr lang="en-US" dirty="0" err="1" smtClean="0"/>
              <a:t>pengiriman</a:t>
            </a:r>
            <a:r>
              <a:rPr lang="en-US" dirty="0" smtClean="0"/>
              <a:t> (23),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rincian</a:t>
            </a:r>
            <a:r>
              <a:rPr lang="en-US" dirty="0" smtClean="0"/>
              <a:t> </a:t>
            </a:r>
            <a:r>
              <a:rPr lang="en-US" dirty="0" err="1" smtClean="0"/>
              <a:t>gudang</a:t>
            </a:r>
            <a:r>
              <a:rPr lang="en-US" dirty="0" smtClean="0"/>
              <a:t>/</a:t>
            </a:r>
            <a:r>
              <a:rPr lang="en-US" dirty="0" err="1" smtClean="0"/>
              <a:t>depo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ruangan</a:t>
            </a:r>
            <a:r>
              <a:rPr lang="en-US" dirty="0" smtClean="0"/>
              <a:t> (non </a:t>
            </a:r>
            <a:r>
              <a:rPr lang="en-US" dirty="0" err="1" smtClean="0"/>
              <a:t>depo</a:t>
            </a:r>
            <a:r>
              <a:rPr lang="en-US" dirty="0" smtClean="0"/>
              <a:t>/</a:t>
            </a:r>
            <a:r>
              <a:rPr lang="en-US" dirty="0" err="1" smtClean="0"/>
              <a:t>gudang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   - </a:t>
            </a:r>
            <a:r>
              <a:rPr lang="en-US" dirty="0" err="1" smtClean="0"/>
              <a:t>isu</a:t>
            </a:r>
            <a:r>
              <a:rPr lang="en-US" dirty="0" smtClean="0"/>
              <a:t> :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detil</a:t>
            </a:r>
            <a:r>
              <a:rPr lang="en-US" dirty="0" smtClean="0"/>
              <a:t> </a:t>
            </a:r>
            <a:r>
              <a:rPr lang="en-US" dirty="0" err="1" smtClean="0"/>
              <a:t>trx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4. BARANG PRODUKSI,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bahan</a:t>
            </a:r>
            <a:r>
              <a:rPr lang="en-US" dirty="0" smtClean="0"/>
              <a:t> (52),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produksi</a:t>
            </a:r>
            <a:r>
              <a:rPr lang="en-US" dirty="0" smtClean="0"/>
              <a:t> (51)</a:t>
            </a:r>
          </a:p>
          <a:p>
            <a:pPr>
              <a:buNone/>
            </a:pPr>
            <a:r>
              <a:rPr lang="en-US" dirty="0" smtClean="0"/>
              <a:t>5. PENERIMAAN BARANG REKANAN, </a:t>
            </a:r>
            <a:r>
              <a:rPr lang="en-US" dirty="0" err="1" smtClean="0"/>
              <a:t>dengan</a:t>
            </a:r>
            <a:r>
              <a:rPr lang="en-US" dirty="0" smtClean="0"/>
              <a:t> status = 2 (final </a:t>
            </a:r>
            <a:r>
              <a:rPr lang="en-US" dirty="0" err="1" smtClean="0"/>
              <a:t>dan</a:t>
            </a:r>
            <a:r>
              <a:rPr lang="en-US" dirty="0" smtClean="0"/>
              <a:t> non final). 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terima</a:t>
            </a:r>
            <a:r>
              <a:rPr lang="en-US" dirty="0" smtClean="0"/>
              <a:t> (21), </a:t>
            </a:r>
            <a:r>
              <a:rPr lang="en-US" dirty="0" err="1" smtClean="0"/>
              <a:t>batal</a:t>
            </a:r>
            <a:r>
              <a:rPr lang="en-US" dirty="0" smtClean="0"/>
              <a:t> final (24)</a:t>
            </a:r>
          </a:p>
          <a:p>
            <a:pPr>
              <a:buNone/>
            </a:pPr>
            <a:r>
              <a:rPr lang="en-US" dirty="0" smtClean="0"/>
              <a:t>6. PENJUALAN, </a:t>
            </a:r>
            <a:r>
              <a:rPr lang="en-US" dirty="0" err="1" smtClean="0"/>
              <a:t>dengan</a:t>
            </a:r>
            <a:r>
              <a:rPr lang="en-US" dirty="0" smtClean="0"/>
              <a:t> status = 2 (final)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penjualan</a:t>
            </a:r>
            <a:r>
              <a:rPr lang="en-US" dirty="0" smtClean="0"/>
              <a:t> (30)</a:t>
            </a:r>
          </a:p>
          <a:p>
            <a:pPr>
              <a:buNone/>
            </a:pPr>
            <a:r>
              <a:rPr lang="en-US" dirty="0" smtClean="0"/>
              <a:t>7. RETUR PENJUALAN, </a:t>
            </a:r>
            <a:r>
              <a:rPr lang="en-US" dirty="0" err="1" smtClean="0"/>
              <a:t>dengan</a:t>
            </a:r>
            <a:r>
              <a:rPr lang="en-US" dirty="0" smtClean="0"/>
              <a:t> status = 2 (final)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retur</a:t>
            </a:r>
            <a:r>
              <a:rPr lang="en-US" dirty="0" smtClean="0"/>
              <a:t> </a:t>
            </a:r>
            <a:r>
              <a:rPr lang="en-US" dirty="0" err="1" smtClean="0"/>
              <a:t>penjualan</a:t>
            </a:r>
            <a:r>
              <a:rPr lang="en-US" dirty="0" smtClean="0"/>
              <a:t> (31)</a:t>
            </a:r>
          </a:p>
          <a:p>
            <a:pPr>
              <a:buNone/>
            </a:pPr>
            <a:r>
              <a:rPr lang="en-US" dirty="0" smtClean="0"/>
              <a:t>8. PELAYANAN,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ambil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33	</a:t>
            </a:r>
            <a:r>
              <a:rPr lang="en-US" dirty="0" err="1" smtClean="0"/>
              <a:t>Pelayanan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34	</a:t>
            </a:r>
            <a:r>
              <a:rPr lang="en-US" dirty="0" err="1" smtClean="0"/>
              <a:t>Retur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35	</a:t>
            </a:r>
            <a:r>
              <a:rPr lang="en-US" dirty="0" err="1" smtClean="0"/>
              <a:t>Pembatalan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smtClean="0"/>
              <a:t>TURUNAN JENIS TRANSAKSI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819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/>
              <a:t>Turunan</a:t>
            </a:r>
            <a:r>
              <a:rPr lang="en-US" dirty="0" smtClean="0"/>
              <a:t> :</a:t>
            </a:r>
          </a:p>
          <a:p>
            <a:pPr marL="514350" indent="-514350">
              <a:buNone/>
            </a:pPr>
            <a:r>
              <a:rPr lang="en-US" dirty="0" smtClean="0"/>
              <a:t>1.    PERMINTAAN &amp; PENGIRIMAN &amp; PENERIMAAN, </a:t>
            </a:r>
            <a:r>
              <a:rPr lang="en-US" dirty="0" err="1" smtClean="0"/>
              <a:t>antar</a:t>
            </a:r>
            <a:r>
              <a:rPr lang="en-US" dirty="0" smtClean="0"/>
              <a:t> </a:t>
            </a:r>
            <a:r>
              <a:rPr lang="en-US" dirty="0" err="1" smtClean="0"/>
              <a:t>gudang</a:t>
            </a:r>
            <a:r>
              <a:rPr lang="en-US" dirty="0" smtClean="0"/>
              <a:t>/</a:t>
            </a:r>
            <a:r>
              <a:rPr lang="en-US" dirty="0" err="1" smtClean="0"/>
              <a:t>depo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en-US" dirty="0" err="1" smtClean="0"/>
              <a:t>diturunkan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RuangFarmasi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RuangNonFarmasi</a:t>
            </a:r>
            <a:r>
              <a:rPr lang="en-US" dirty="0" smtClean="0"/>
              <a:t>,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floorstok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2.   KOREKSI,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keluar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en-US" dirty="0" err="1" smtClean="0"/>
              <a:t>diturunkan</a:t>
            </a:r>
            <a:r>
              <a:rPr lang="en-US" dirty="0" smtClean="0"/>
              <a:t> per </a:t>
            </a:r>
            <a:r>
              <a:rPr lang="en-US" dirty="0" err="1" smtClean="0"/>
              <a:t>Alasan</a:t>
            </a:r>
            <a:r>
              <a:rPr lang="en-US" dirty="0" smtClean="0"/>
              <a:t> </a:t>
            </a:r>
            <a:r>
              <a:rPr lang="en-US" dirty="0" err="1" smtClean="0"/>
              <a:t>Keluar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25" y="304800"/>
            <a:ext cx="8963425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1066800"/>
            <a:ext cx="4343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smtClean="0"/>
              <a:t>METODA </a:t>
            </a:r>
            <a:r>
              <a:rPr lang="en-US" dirty="0" smtClean="0"/>
              <a:t>IDENTIFIKASI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opini</a:t>
            </a:r>
            <a:r>
              <a:rPr lang="en-US" dirty="0" smtClean="0"/>
              <a:t> </a:t>
            </a:r>
            <a:r>
              <a:rPr lang="en-US" dirty="0" err="1" smtClean="0"/>
              <a:t>kedua</a:t>
            </a:r>
            <a:endParaRPr lang="en-US" dirty="0" smtClean="0"/>
          </a:p>
          <a:p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terprogram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agar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diperbaiki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diproses</a:t>
            </a:r>
            <a:r>
              <a:rPr lang="en-US" dirty="0" smtClean="0"/>
              <a:t> </a:t>
            </a:r>
            <a:r>
              <a:rPr lang="en-US" dirty="0" err="1" smtClean="0"/>
              <a:t>ulang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kesalahan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endParaRPr lang="en-US" dirty="0" smtClean="0"/>
          </a:p>
          <a:p>
            <a:r>
              <a:rPr lang="en-US" dirty="0" smtClean="0"/>
              <a:t>Target </a:t>
            </a:r>
            <a:r>
              <a:rPr lang="en-US" dirty="0" err="1" smtClean="0"/>
              <a:t>Identifikasi</a:t>
            </a:r>
            <a:r>
              <a:rPr lang="en-US" dirty="0" smtClean="0"/>
              <a:t>,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monitor </a:t>
            </a:r>
            <a:r>
              <a:rPr lang="en-US" dirty="0" err="1" smtClean="0"/>
              <a:t>inKonsistensi</a:t>
            </a:r>
            <a:r>
              <a:rPr lang="en-US" dirty="0" smtClean="0"/>
              <a:t> data</a:t>
            </a:r>
          </a:p>
          <a:p>
            <a:pPr lvl="1"/>
            <a:r>
              <a:rPr lang="en-US" dirty="0" err="1" smtClean="0"/>
              <a:t>Jml</a:t>
            </a:r>
            <a:r>
              <a:rPr lang="en-US" dirty="0" smtClean="0"/>
              <a:t> </a:t>
            </a:r>
            <a:r>
              <a:rPr lang="en-US" dirty="0" err="1" smtClean="0"/>
              <a:t>trx</a:t>
            </a:r>
            <a:r>
              <a:rPr lang="en-US" dirty="0" smtClean="0"/>
              <a:t> &gt;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endParaRPr lang="en-US" dirty="0" smtClean="0"/>
          </a:p>
          <a:p>
            <a:pPr lvl="1"/>
            <a:r>
              <a:rPr lang="en-US" dirty="0" err="1" smtClean="0"/>
              <a:t>Jml</a:t>
            </a:r>
            <a:r>
              <a:rPr lang="en-US" dirty="0" smtClean="0"/>
              <a:t>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r>
              <a:rPr lang="en-US" dirty="0" smtClean="0"/>
              <a:t> &gt; </a:t>
            </a:r>
            <a:r>
              <a:rPr lang="en-US" dirty="0" err="1" smtClean="0"/>
              <a:t>trx</a:t>
            </a:r>
            <a:endParaRPr lang="en-US" dirty="0" smtClean="0"/>
          </a:p>
          <a:p>
            <a:pPr lvl="1"/>
            <a:r>
              <a:rPr lang="en-US" dirty="0" err="1" smtClean="0"/>
              <a:t>Jml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2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berbeda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endParaRPr lang="en-US" dirty="0" smtClean="0"/>
          </a:p>
          <a:p>
            <a:pPr lvl="1"/>
            <a:r>
              <a:rPr lang="en-US" dirty="0" smtClean="0"/>
              <a:t>qty </a:t>
            </a:r>
            <a:r>
              <a:rPr lang="en-US" dirty="0" err="1" smtClean="0"/>
              <a:t>trx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qty </a:t>
            </a:r>
            <a:r>
              <a:rPr lang="en-US" dirty="0" err="1" smtClean="0"/>
              <a:t>kartu</a:t>
            </a:r>
            <a:r>
              <a:rPr lang="en-US" dirty="0" smtClean="0"/>
              <a:t> </a:t>
            </a:r>
            <a:r>
              <a:rPr lang="en-US" dirty="0" err="1" smtClean="0"/>
              <a:t>stok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METODA </a:t>
            </a:r>
            <a:r>
              <a:rPr lang="en-US" dirty="0" smtClean="0"/>
              <a:t>IDENTIFIKASI 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Membuat</a:t>
            </a:r>
            <a:r>
              <a:rPr lang="en-US" dirty="0" smtClean="0"/>
              <a:t> Database </a:t>
            </a:r>
            <a:r>
              <a:rPr lang="en-US" dirty="0" err="1" smtClean="0"/>
              <a:t>Baru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Rekap</a:t>
            </a:r>
            <a:r>
              <a:rPr lang="en-US" dirty="0" smtClean="0"/>
              <a:t> </a:t>
            </a:r>
            <a:r>
              <a:rPr lang="en-US" dirty="0" err="1" smtClean="0"/>
              <a:t>Trx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52600"/>
            <a:ext cx="7467600" cy="4887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HASIL IDENTIFIKASI (</a:t>
            </a:r>
            <a:r>
              <a:rPr lang="en-US" dirty="0" err="1" smtClean="0"/>
              <a:t>sementara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Penjualan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Retur</a:t>
            </a:r>
            <a:r>
              <a:rPr lang="en-US" dirty="0" smtClean="0"/>
              <a:t> </a:t>
            </a:r>
            <a:r>
              <a:rPr lang="en-US" dirty="0" err="1" smtClean="0"/>
              <a:t>Penjualan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2. </a:t>
            </a:r>
            <a:r>
              <a:rPr lang="en-US" dirty="0" err="1" smtClean="0"/>
              <a:t>Produksi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94928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495800"/>
            <a:ext cx="794067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HASIL IDENTIFIKASI (</a:t>
            </a:r>
            <a:r>
              <a:rPr lang="en-US" dirty="0" err="1" smtClean="0"/>
              <a:t>sementara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3. </a:t>
            </a:r>
            <a:r>
              <a:rPr lang="en-US" dirty="0" err="1" smtClean="0"/>
              <a:t>Pelayanan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8150136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HASIL IDENTIFIKASI (</a:t>
            </a:r>
            <a:r>
              <a:rPr lang="en-US" dirty="0" err="1" smtClean="0"/>
              <a:t>sementara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4. </a:t>
            </a:r>
            <a:r>
              <a:rPr lang="en-US" dirty="0" err="1" smtClean="0"/>
              <a:t>Penerimaan</a:t>
            </a:r>
            <a:r>
              <a:rPr lang="en-US" dirty="0" smtClean="0"/>
              <a:t> </a:t>
            </a:r>
            <a:r>
              <a:rPr lang="en-US" dirty="0" err="1" smtClean="0"/>
              <a:t>Barang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Rekanan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5.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Keluar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087" y="1714500"/>
            <a:ext cx="8672513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4114800"/>
            <a:ext cx="7551737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HASIL IDENTIFIKASI (</a:t>
            </a:r>
            <a:r>
              <a:rPr lang="en-US" dirty="0" err="1" smtClean="0"/>
              <a:t>sementara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6. </a:t>
            </a:r>
            <a:r>
              <a:rPr lang="en-US" dirty="0" err="1" smtClean="0"/>
              <a:t>Distribusi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00200"/>
            <a:ext cx="887161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HASIL IDENTIFIKASI (</a:t>
            </a:r>
            <a:r>
              <a:rPr lang="en-US" dirty="0" err="1" smtClean="0"/>
              <a:t>sementara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7. </a:t>
            </a:r>
            <a:r>
              <a:rPr lang="en-US" dirty="0" err="1" smtClean="0"/>
              <a:t>Stok</a:t>
            </a:r>
            <a:r>
              <a:rPr lang="en-US" dirty="0" smtClean="0"/>
              <a:t> </a:t>
            </a:r>
            <a:r>
              <a:rPr lang="en-US" dirty="0" err="1" smtClean="0"/>
              <a:t>opname</a:t>
            </a: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8397875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 smtClean="0"/>
              <a:t>SELANJUTNYA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92500"/>
          </a:bodyPr>
          <a:lstStyle/>
          <a:p>
            <a:pPr marL="514350" indent="-514350">
              <a:buAutoNum type="arabicPeriod"/>
            </a:pP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pembentukan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/</a:t>
            </a:r>
            <a:r>
              <a:rPr lang="en-US" dirty="0" err="1" smtClean="0"/>
              <a:t>Harga</a:t>
            </a:r>
            <a:r>
              <a:rPr lang="en-US" dirty="0" smtClean="0"/>
              <a:t> </a:t>
            </a:r>
            <a:r>
              <a:rPr lang="en-US" dirty="0" err="1" smtClean="0"/>
              <a:t>Barang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Persiapan</a:t>
            </a:r>
            <a:r>
              <a:rPr lang="en-US" dirty="0" smtClean="0"/>
              <a:t> </a:t>
            </a:r>
            <a:r>
              <a:rPr lang="en-US" dirty="0" err="1" smtClean="0"/>
              <a:t>Penyajian</a:t>
            </a:r>
            <a:r>
              <a:rPr lang="en-US" dirty="0" smtClean="0"/>
              <a:t> data </a:t>
            </a:r>
            <a:r>
              <a:rPr lang="en-US" dirty="0" err="1" smtClean="0"/>
              <a:t>dasar</a:t>
            </a:r>
            <a:endParaRPr lang="en-US" dirty="0" smtClean="0"/>
          </a:p>
          <a:p>
            <a:pPr marL="880110" lvl="1" indent="-514350">
              <a:buAutoNum type="arabicPeriod"/>
            </a:pPr>
            <a:r>
              <a:rPr lang="en-US" dirty="0" smtClean="0"/>
              <a:t>Data SO 31/3 </a:t>
            </a:r>
            <a:r>
              <a:rPr lang="en-US" dirty="0" err="1" smtClean="0"/>
              <a:t>sebagai</a:t>
            </a:r>
            <a:r>
              <a:rPr lang="en-US" dirty="0" smtClean="0"/>
              <a:t>  </a:t>
            </a:r>
            <a:r>
              <a:rPr lang="en-US" dirty="0" err="1" smtClean="0"/>
              <a:t>Saldo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¼</a:t>
            </a:r>
          </a:p>
          <a:p>
            <a:pPr marL="880110" lvl="1" indent="-514350">
              <a:buAutoNum type="arabicPeriod"/>
            </a:pPr>
            <a:r>
              <a:rPr lang="en-US" dirty="0" smtClean="0"/>
              <a:t>Data SO 30/6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Pembanding</a:t>
            </a:r>
            <a:endParaRPr lang="en-US" dirty="0" smtClean="0"/>
          </a:p>
          <a:p>
            <a:pPr marL="880110" lvl="1" indent="-514350">
              <a:buAutoNum type="arabicPeriod"/>
            </a:pPr>
            <a:r>
              <a:rPr lang="en-US" dirty="0" smtClean="0"/>
              <a:t>Data SO 30/9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Saldo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1/10</a:t>
            </a:r>
          </a:p>
          <a:p>
            <a:pPr marL="880110" lvl="1" indent="-514350">
              <a:buAutoNum type="arabicPeriod"/>
            </a:pPr>
            <a:r>
              <a:rPr lang="en-US" dirty="0" smtClean="0"/>
              <a:t>Data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Bulanan</a:t>
            </a:r>
            <a:r>
              <a:rPr lang="en-US" dirty="0" smtClean="0"/>
              <a:t> 4,5,6,7,8,9</a:t>
            </a:r>
          </a:p>
          <a:p>
            <a:pPr marL="880110" lvl="1" indent="-514350">
              <a:buAutoNum type="arabicPeriod"/>
            </a:pPr>
            <a:r>
              <a:rPr lang="en-US" dirty="0" err="1" smtClean="0"/>
              <a:t>Perhitungan</a:t>
            </a:r>
            <a:r>
              <a:rPr lang="en-US" dirty="0" smtClean="0"/>
              <a:t> </a:t>
            </a:r>
            <a:r>
              <a:rPr lang="en-US" dirty="0" err="1" smtClean="0"/>
              <a:t>Adjusment</a:t>
            </a:r>
            <a:r>
              <a:rPr lang="en-US" dirty="0" smtClean="0"/>
              <a:t>, SO 30/9 - SO 31/4 + TRX 4,5,6,7,8,9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Diskusi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Identifikasi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memastikan</a:t>
            </a:r>
            <a:r>
              <a:rPr lang="en-US" dirty="0" smtClean="0"/>
              <a:t> data </a:t>
            </a:r>
            <a:r>
              <a:rPr lang="en-US" dirty="0" err="1" smtClean="0"/>
              <a:t>trx</a:t>
            </a:r>
            <a:r>
              <a:rPr lang="en-US" dirty="0" smtClean="0"/>
              <a:t> yang </a:t>
            </a:r>
            <a:r>
              <a:rPr lang="en-US" dirty="0" err="1" smtClean="0"/>
              <a:t>diambil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Mapping </a:t>
            </a:r>
            <a:r>
              <a:rPr lang="en-US" dirty="0" smtClean="0"/>
              <a:t>data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Triwulan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Teknis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Monitoring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140</TotalTime>
  <Words>459</Words>
  <Application>Microsoft Office PowerPoint</Application>
  <PresentationFormat>On-screen Show (4:3)</PresentationFormat>
  <Paragraphs>118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PROSES KERJA</vt:lpstr>
      <vt:lpstr>LATAR BELAKANG</vt:lpstr>
      <vt:lpstr>IDENTIFIKASI MASALAH</vt:lpstr>
      <vt:lpstr>Struktur Database</vt:lpstr>
      <vt:lpstr>JENIS TRANSAKSI</vt:lpstr>
      <vt:lpstr>TURUNAN JENIS TRANSAKSI</vt:lpstr>
      <vt:lpstr>Slide 7</vt:lpstr>
      <vt:lpstr>METODA IDENTIFIKASI</vt:lpstr>
      <vt:lpstr>METODA IDENTIFIKASI #2</vt:lpstr>
      <vt:lpstr>HASIL IDENTIFIKASI (sementara)</vt:lpstr>
      <vt:lpstr>HASIL IDENTIFIKASI (sementara)</vt:lpstr>
      <vt:lpstr>HASIL IDENTIFIKASI (sementara)</vt:lpstr>
      <vt:lpstr>HASIL IDENTIFIKASI (sementara)</vt:lpstr>
      <vt:lpstr>HASIL IDENTIFIKASI (sementara)</vt:lpstr>
      <vt:lpstr>SELANJUTNYA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itmbah</dc:creator>
  <cp:lastModifiedBy>itmbah</cp:lastModifiedBy>
  <cp:revision>15</cp:revision>
  <dcterms:created xsi:type="dcterms:W3CDTF">2022-10-04T02:41:02Z</dcterms:created>
  <dcterms:modified xsi:type="dcterms:W3CDTF">2022-10-04T05:36:57Z</dcterms:modified>
</cp:coreProperties>
</file>