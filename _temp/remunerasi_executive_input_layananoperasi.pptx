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1" r:id="rId4"/>
  </p:sldMasterIdLst>
  <p:sldIdLst>
    <p:sldId id="280" r:id="rId5"/>
    <p:sldId id="281" r:id="rId6"/>
    <p:sldId id="28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19" autoAdjust="0"/>
  </p:normalViewPr>
  <p:slideViewPr>
    <p:cSldViewPr snapToGrid="0">
      <p:cViewPr varScale="1">
        <p:scale>
          <a:sx n="103" d="100"/>
          <a:sy n="103" d="100"/>
        </p:scale>
        <p:origin x="13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817CCF5-DA3F-4E5F-BE7C-D8111B2BFEBA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E754A2A0-41CE-428B-9DDC-DCD1FD12D16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BANYAK LAYANAN SAMA</a:t>
          </a:r>
        </a:p>
        <a:p>
          <a:pPr>
            <a:lnSpc>
              <a:spcPct val="100000"/>
            </a:lnSpc>
            <a:defRPr b="1"/>
          </a:pPr>
          <a:r>
            <a:rPr lang="en-US" dirty="0"/>
            <a:t>DENGAN PENGURANG DISKON</a:t>
          </a:r>
        </a:p>
      </dgm:t>
    </dgm:pt>
    <dgm:pt modelId="{BE164097-A5AA-4EA1-9E64-D7FCD4DD2A4E}" type="parTrans" cxnId="{507A74C7-FEAF-4A4C-9250-0613CBC2F127}">
      <dgm:prSet/>
      <dgm:spPr/>
      <dgm:t>
        <a:bodyPr/>
        <a:lstStyle/>
        <a:p>
          <a:endParaRPr lang="en-US"/>
        </a:p>
      </dgm:t>
    </dgm:pt>
    <dgm:pt modelId="{02D8D4EF-9694-45C7-AF26-E20371B3C352}" type="sibTrans" cxnId="{507A74C7-FEAF-4A4C-9250-0613CBC2F127}">
      <dgm:prSet/>
      <dgm:spPr/>
      <dgm:t>
        <a:bodyPr/>
        <a:lstStyle/>
        <a:p>
          <a:endParaRPr lang="en-US"/>
        </a:p>
      </dgm:t>
    </dgm:pt>
    <dgm:pt modelId="{C2F66EED-74C3-4F36-A1D4-8AFCBB00993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 err="1"/>
            <a:t>Konsekuensi</a:t>
          </a:r>
          <a:r>
            <a:rPr lang="en-US" dirty="0"/>
            <a:t> :</a:t>
          </a:r>
        </a:p>
      </dgm:t>
    </dgm:pt>
    <dgm:pt modelId="{5CF5C62A-BD1A-4922-92B6-33ECA44C1F76}" type="parTrans" cxnId="{7A243DB8-C0B8-4718-B558-CE939B8FF03E}">
      <dgm:prSet/>
      <dgm:spPr/>
      <dgm:t>
        <a:bodyPr/>
        <a:lstStyle/>
        <a:p>
          <a:endParaRPr lang="en-US"/>
        </a:p>
      </dgm:t>
    </dgm:pt>
    <dgm:pt modelId="{F9BAA161-AAEC-4A41-B4D9-A27EAD80526E}" type="sibTrans" cxnId="{7A243DB8-C0B8-4718-B558-CE939B8FF03E}">
      <dgm:prSet/>
      <dgm:spPr/>
      <dgm:t>
        <a:bodyPr/>
        <a:lstStyle/>
        <a:p>
          <a:endParaRPr lang="en-US"/>
        </a:p>
      </dgm:t>
    </dgm:pt>
    <dgm:pt modelId="{DCCE571A-4D30-4294-ABAF-6885F619D2D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1 LAYANAN DENGAN </a:t>
          </a:r>
        </a:p>
        <a:p>
          <a:pPr>
            <a:lnSpc>
              <a:spcPct val="100000"/>
            </a:lnSpc>
            <a:defRPr b="1"/>
          </a:pPr>
          <a:r>
            <a:rPr lang="en-US" dirty="0"/>
            <a:t>FAKTOR PENGALI</a:t>
          </a:r>
        </a:p>
      </dgm:t>
    </dgm:pt>
    <dgm:pt modelId="{3AD83C96-5A95-4337-BF2D-97454AF7F108}" type="parTrans" cxnId="{E70347E4-4461-4B80-8927-4CA0AEBFAAF8}">
      <dgm:prSet/>
      <dgm:spPr/>
      <dgm:t>
        <a:bodyPr/>
        <a:lstStyle/>
        <a:p>
          <a:endParaRPr lang="en-US"/>
        </a:p>
      </dgm:t>
    </dgm:pt>
    <dgm:pt modelId="{2C1DF6EC-6090-4926-A556-3D2417B7F2AA}" type="sibTrans" cxnId="{E70347E4-4461-4B80-8927-4CA0AEBFAAF8}">
      <dgm:prSet/>
      <dgm:spPr/>
      <dgm:t>
        <a:bodyPr/>
        <a:lstStyle/>
        <a:p>
          <a:endParaRPr lang="en-US"/>
        </a:p>
      </dgm:t>
    </dgm:pt>
    <dgm:pt modelId="{B4C55E9F-B5C0-4AD1-919B-D2D83AC9CD4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 err="1"/>
            <a:t>Konsekuensi</a:t>
          </a:r>
          <a:r>
            <a:rPr lang="en-US" dirty="0"/>
            <a:t> :</a:t>
          </a:r>
        </a:p>
        <a:p>
          <a:pPr>
            <a:lnSpc>
              <a:spcPct val="100000"/>
            </a:lnSpc>
          </a:pPr>
          <a:r>
            <a:rPr lang="en-US" dirty="0"/>
            <a:t>Nama </a:t>
          </a:r>
          <a:r>
            <a:rPr lang="en-US" dirty="0" err="1"/>
            <a:t>Layanan</a:t>
          </a:r>
          <a:r>
            <a:rPr lang="en-US" dirty="0"/>
            <a:t> yang  </a:t>
          </a:r>
          <a:r>
            <a:rPr lang="en-US" dirty="0" err="1"/>
            <a:t>sama</a:t>
          </a:r>
          <a:r>
            <a:rPr lang="en-US" dirty="0"/>
            <a:t>, </a:t>
          </a:r>
          <a:r>
            <a:rPr lang="en-US" dirty="0" err="1"/>
            <a:t>beda</a:t>
          </a:r>
          <a:r>
            <a:rPr lang="en-US" dirty="0"/>
            <a:t> </a:t>
          </a:r>
          <a:r>
            <a:rPr lang="en-US" dirty="0" err="1"/>
            <a:t>tarif</a:t>
          </a:r>
          <a:r>
            <a:rPr lang="en-US" dirty="0"/>
            <a:t> (billing)</a:t>
          </a:r>
        </a:p>
      </dgm:t>
    </dgm:pt>
    <dgm:pt modelId="{D1B05DEA-DFE0-4560-B75F-1C2BCB67A7C6}" type="parTrans" cxnId="{B2BEE9D2-644C-400C-8E33-2C4491C5B104}">
      <dgm:prSet/>
      <dgm:spPr/>
      <dgm:t>
        <a:bodyPr/>
        <a:lstStyle/>
        <a:p>
          <a:endParaRPr lang="en-US"/>
        </a:p>
      </dgm:t>
    </dgm:pt>
    <dgm:pt modelId="{A6301E27-5ACC-4907-A7C8-B41877235C87}" type="sibTrans" cxnId="{B2BEE9D2-644C-400C-8E33-2C4491C5B104}">
      <dgm:prSet/>
      <dgm:spPr/>
      <dgm:t>
        <a:bodyPr/>
        <a:lstStyle/>
        <a:p>
          <a:endParaRPr lang="en-US"/>
        </a:p>
      </dgm:t>
    </dgm:pt>
    <dgm:pt modelId="{E73E8133-584D-4C45-99EA-6F2691A17A7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Nama </a:t>
          </a:r>
          <a:r>
            <a:rPr lang="en-US" dirty="0" err="1"/>
            <a:t>layanan</a:t>
          </a:r>
          <a:r>
            <a:rPr lang="en-US" dirty="0"/>
            <a:t> </a:t>
          </a:r>
          <a:r>
            <a:rPr lang="en-US" dirty="0" err="1"/>
            <a:t>berulang</a:t>
          </a:r>
          <a:r>
            <a:rPr lang="en-US" dirty="0"/>
            <a:t>, JASA BA / RS </a:t>
          </a:r>
          <a:r>
            <a:rPr lang="en-US" dirty="0" err="1"/>
            <a:t>diskon</a:t>
          </a:r>
          <a:r>
            <a:rPr lang="en-US" dirty="0"/>
            <a:t> (billing)</a:t>
          </a:r>
        </a:p>
      </dgm:t>
    </dgm:pt>
    <dgm:pt modelId="{19366B0E-517E-41A1-A871-4D800CF4D2F7}" type="parTrans" cxnId="{CE13601D-E1A5-42B4-9435-EF16045E60FA}">
      <dgm:prSet/>
      <dgm:spPr/>
      <dgm:t>
        <a:bodyPr/>
        <a:lstStyle/>
        <a:p>
          <a:endParaRPr lang="en-US"/>
        </a:p>
      </dgm:t>
    </dgm:pt>
    <dgm:pt modelId="{C09243AF-AD07-4CBF-84F7-E2CD9DD2CEF1}" type="sibTrans" cxnId="{CE13601D-E1A5-42B4-9435-EF16045E60FA}">
      <dgm:prSet/>
      <dgm:spPr/>
      <dgm:t>
        <a:bodyPr/>
        <a:lstStyle/>
        <a:p>
          <a:endParaRPr lang="en-US"/>
        </a:p>
      </dgm:t>
    </dgm:pt>
    <dgm:pt modelId="{19AE6A50-B2F7-4F98-A456-DF10E94887E7}">
      <dgm:prSet/>
      <dgm:spPr/>
      <dgm:t>
        <a:bodyPr/>
        <a:lstStyle/>
        <a:p>
          <a:pPr>
            <a:lnSpc>
              <a:spcPct val="100000"/>
            </a:lnSpc>
          </a:pPr>
          <a:endParaRPr lang="en-US" dirty="0"/>
        </a:p>
      </dgm:t>
    </dgm:pt>
    <dgm:pt modelId="{FCAB35B7-FF11-4E93-9864-F2B9C97274F4}" type="parTrans" cxnId="{F938F5D5-804D-4B23-8281-BE5677075ACA}">
      <dgm:prSet/>
      <dgm:spPr/>
      <dgm:t>
        <a:bodyPr/>
        <a:lstStyle/>
        <a:p>
          <a:endParaRPr lang="en-US"/>
        </a:p>
      </dgm:t>
    </dgm:pt>
    <dgm:pt modelId="{F7BDB8CA-0E84-4B27-8BED-5C7340299BE3}" type="sibTrans" cxnId="{F938F5D5-804D-4B23-8281-BE5677075ACA}">
      <dgm:prSet/>
      <dgm:spPr/>
      <dgm:t>
        <a:bodyPr/>
        <a:lstStyle/>
        <a:p>
          <a:endParaRPr lang="en-US"/>
        </a:p>
      </dgm:t>
    </dgm:pt>
    <dgm:pt modelId="{071926C8-9E08-4BE0-A1E4-133B16FF713E}" type="pres">
      <dgm:prSet presAssocID="{E817CCF5-DA3F-4E5F-BE7C-D8111B2BFEBA}" presName="root" presStyleCnt="0">
        <dgm:presLayoutVars>
          <dgm:dir/>
          <dgm:resizeHandles val="exact"/>
        </dgm:presLayoutVars>
      </dgm:prSet>
      <dgm:spPr/>
    </dgm:pt>
    <dgm:pt modelId="{1DA6F9F3-4A7F-42F9-8B77-7BD552F03105}" type="pres">
      <dgm:prSet presAssocID="{E754A2A0-41CE-428B-9DDC-DCD1FD12D16A}" presName="compNode" presStyleCnt="0"/>
      <dgm:spPr/>
    </dgm:pt>
    <dgm:pt modelId="{AF72813A-2810-4A52-BE92-611D54918694}" type="pres">
      <dgm:prSet presAssocID="{E754A2A0-41CE-428B-9DDC-DCD1FD12D16A}" presName="iconRect" presStyleLbl="node1" presStyleIdx="0" presStyleCnt="2" custScaleX="293929" custScaleY="8780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52000" r="-52000"/>
          </a:stretch>
        </a:blipFill>
      </dgm:spPr>
    </dgm:pt>
    <dgm:pt modelId="{0FF9AC2C-F836-43CA-8259-A20F609F4C83}" type="pres">
      <dgm:prSet presAssocID="{E754A2A0-41CE-428B-9DDC-DCD1FD12D16A}" presName="iconSpace" presStyleCnt="0"/>
      <dgm:spPr/>
    </dgm:pt>
    <dgm:pt modelId="{DF27DA54-DCB6-45F4-890E-F7DCC5A4BE12}" type="pres">
      <dgm:prSet presAssocID="{E754A2A0-41CE-428B-9DDC-DCD1FD12D16A}" presName="parTx" presStyleLbl="revTx" presStyleIdx="0" presStyleCnt="4">
        <dgm:presLayoutVars>
          <dgm:chMax val="0"/>
          <dgm:chPref val="0"/>
        </dgm:presLayoutVars>
      </dgm:prSet>
      <dgm:spPr/>
    </dgm:pt>
    <dgm:pt modelId="{E3A03C26-8C60-4D73-A4C2-0678A1DD3B31}" type="pres">
      <dgm:prSet presAssocID="{E754A2A0-41CE-428B-9DDC-DCD1FD12D16A}" presName="txSpace" presStyleCnt="0"/>
      <dgm:spPr/>
    </dgm:pt>
    <dgm:pt modelId="{DD091D0A-5A25-4241-91F3-18D32B0BDD4F}" type="pres">
      <dgm:prSet presAssocID="{E754A2A0-41CE-428B-9DDC-DCD1FD12D16A}" presName="desTx" presStyleLbl="revTx" presStyleIdx="1" presStyleCnt="4">
        <dgm:presLayoutVars/>
      </dgm:prSet>
      <dgm:spPr/>
    </dgm:pt>
    <dgm:pt modelId="{2564C0D4-4875-421D-81DB-70BF6751BBA7}" type="pres">
      <dgm:prSet presAssocID="{02D8D4EF-9694-45C7-AF26-E20371B3C352}" presName="sibTrans" presStyleCnt="0"/>
      <dgm:spPr/>
    </dgm:pt>
    <dgm:pt modelId="{3076B9F9-EC92-4653-AC03-C71FD5E9A400}" type="pres">
      <dgm:prSet presAssocID="{DCCE571A-4D30-4294-ABAF-6885F619D2D9}" presName="compNode" presStyleCnt="0"/>
      <dgm:spPr/>
    </dgm:pt>
    <dgm:pt modelId="{210823F6-AC1A-46E3-9D99-A319DF497539}" type="pres">
      <dgm:prSet presAssocID="{DCCE571A-4D30-4294-ABAF-6885F619D2D9}" presName="iconRect" presStyleLbl="node1" presStyleIdx="1" presStyleCnt="2" custScaleX="230616" custScaleY="78115"/>
      <dgm:spPr>
        <a:blipFill>
          <a:blip xmlns:r="http://schemas.openxmlformats.org/officeDocument/2006/relationships" r:embed="rId2"/>
          <a:srcRect/>
          <a:stretch>
            <a:fillRect t="-31000" b="-31000"/>
          </a:stretch>
        </a:blipFill>
        <a:ln>
          <a:noFill/>
        </a:ln>
      </dgm:spPr>
    </dgm:pt>
    <dgm:pt modelId="{2F262968-0DF4-4BB1-BD25-0ED2829FA45D}" type="pres">
      <dgm:prSet presAssocID="{DCCE571A-4D30-4294-ABAF-6885F619D2D9}" presName="iconSpace" presStyleCnt="0"/>
      <dgm:spPr/>
    </dgm:pt>
    <dgm:pt modelId="{3C1752BD-6530-4141-80E9-9A0923780DCB}" type="pres">
      <dgm:prSet presAssocID="{DCCE571A-4D30-4294-ABAF-6885F619D2D9}" presName="parTx" presStyleLbl="revTx" presStyleIdx="2" presStyleCnt="4">
        <dgm:presLayoutVars>
          <dgm:chMax val="0"/>
          <dgm:chPref val="0"/>
        </dgm:presLayoutVars>
      </dgm:prSet>
      <dgm:spPr/>
    </dgm:pt>
    <dgm:pt modelId="{C393D316-1AB7-4A24-B8A5-3485F2713F88}" type="pres">
      <dgm:prSet presAssocID="{DCCE571A-4D30-4294-ABAF-6885F619D2D9}" presName="txSpace" presStyleCnt="0"/>
      <dgm:spPr/>
    </dgm:pt>
    <dgm:pt modelId="{7CD40649-A74C-4AD8-B9D0-2573A1955C91}" type="pres">
      <dgm:prSet presAssocID="{DCCE571A-4D30-4294-ABAF-6885F619D2D9}" presName="desTx" presStyleLbl="revTx" presStyleIdx="3" presStyleCnt="4">
        <dgm:presLayoutVars/>
      </dgm:prSet>
      <dgm:spPr/>
    </dgm:pt>
  </dgm:ptLst>
  <dgm:cxnLst>
    <dgm:cxn modelId="{CE13601D-E1A5-42B4-9435-EF16045E60FA}" srcId="{E754A2A0-41CE-428B-9DDC-DCD1FD12D16A}" destId="{E73E8133-584D-4C45-99EA-6F2691A17A73}" srcOrd="1" destOrd="0" parTransId="{19366B0E-517E-41A1-A871-4D800CF4D2F7}" sibTransId="{C09243AF-AD07-4CBF-84F7-E2CD9DD2CEF1}"/>
    <dgm:cxn modelId="{50480227-F102-4F8B-B46F-133746A9E682}" type="presOf" srcId="{DCCE571A-4D30-4294-ABAF-6885F619D2D9}" destId="{3C1752BD-6530-4141-80E9-9A0923780DCB}" srcOrd="0" destOrd="0" presId="urn:microsoft.com/office/officeart/2018/5/layout/CenteredIconLabelDescriptionList"/>
    <dgm:cxn modelId="{31176E40-B64A-4B7A-A273-3FDC03BF21DB}" type="presOf" srcId="{B4C55E9F-B5C0-4AD1-919B-D2D83AC9CD40}" destId="{7CD40649-A74C-4AD8-B9D0-2573A1955C91}" srcOrd="0" destOrd="0" presId="urn:microsoft.com/office/officeart/2018/5/layout/CenteredIconLabelDescriptionList"/>
    <dgm:cxn modelId="{B7FD4166-37F7-4C37-BAFF-D053CA7D6D81}" type="presOf" srcId="{C2F66EED-74C3-4F36-A1D4-8AFCBB009938}" destId="{DD091D0A-5A25-4241-91F3-18D32B0BDD4F}" srcOrd="0" destOrd="0" presId="urn:microsoft.com/office/officeart/2018/5/layout/CenteredIconLabelDescriptionList"/>
    <dgm:cxn modelId="{902A8EA8-CC5F-432E-B66F-FD2E35B486E1}" type="presOf" srcId="{19AE6A50-B2F7-4F98-A456-DF10E94887E7}" destId="{DD091D0A-5A25-4241-91F3-18D32B0BDD4F}" srcOrd="0" destOrd="2" presId="urn:microsoft.com/office/officeart/2018/5/layout/CenteredIconLabelDescriptionList"/>
    <dgm:cxn modelId="{4D6131AC-1805-4438-A39D-4F587C933D11}" type="presOf" srcId="{E817CCF5-DA3F-4E5F-BE7C-D8111B2BFEBA}" destId="{071926C8-9E08-4BE0-A1E4-133B16FF713E}" srcOrd="0" destOrd="0" presId="urn:microsoft.com/office/officeart/2018/5/layout/CenteredIconLabelDescriptionList"/>
    <dgm:cxn modelId="{7A243DB8-C0B8-4718-B558-CE939B8FF03E}" srcId="{E754A2A0-41CE-428B-9DDC-DCD1FD12D16A}" destId="{C2F66EED-74C3-4F36-A1D4-8AFCBB009938}" srcOrd="0" destOrd="0" parTransId="{5CF5C62A-BD1A-4922-92B6-33ECA44C1F76}" sibTransId="{F9BAA161-AAEC-4A41-B4D9-A27EAD80526E}"/>
    <dgm:cxn modelId="{087EC3C1-B784-4BE6-AC66-2232F41B3E6C}" type="presOf" srcId="{E754A2A0-41CE-428B-9DDC-DCD1FD12D16A}" destId="{DF27DA54-DCB6-45F4-890E-F7DCC5A4BE12}" srcOrd="0" destOrd="0" presId="urn:microsoft.com/office/officeart/2018/5/layout/CenteredIconLabelDescriptionList"/>
    <dgm:cxn modelId="{507A74C7-FEAF-4A4C-9250-0613CBC2F127}" srcId="{E817CCF5-DA3F-4E5F-BE7C-D8111B2BFEBA}" destId="{E754A2A0-41CE-428B-9DDC-DCD1FD12D16A}" srcOrd="0" destOrd="0" parTransId="{BE164097-A5AA-4EA1-9E64-D7FCD4DD2A4E}" sibTransId="{02D8D4EF-9694-45C7-AF26-E20371B3C352}"/>
    <dgm:cxn modelId="{B2BEE9D2-644C-400C-8E33-2C4491C5B104}" srcId="{DCCE571A-4D30-4294-ABAF-6885F619D2D9}" destId="{B4C55E9F-B5C0-4AD1-919B-D2D83AC9CD40}" srcOrd="0" destOrd="0" parTransId="{D1B05DEA-DFE0-4560-B75F-1C2BCB67A7C6}" sibTransId="{A6301E27-5ACC-4907-A7C8-B41877235C87}"/>
    <dgm:cxn modelId="{F938F5D5-804D-4B23-8281-BE5677075ACA}" srcId="{E754A2A0-41CE-428B-9DDC-DCD1FD12D16A}" destId="{19AE6A50-B2F7-4F98-A456-DF10E94887E7}" srcOrd="2" destOrd="0" parTransId="{FCAB35B7-FF11-4E93-9864-F2B9C97274F4}" sibTransId="{F7BDB8CA-0E84-4B27-8BED-5C7340299BE3}"/>
    <dgm:cxn modelId="{E70347E4-4461-4B80-8927-4CA0AEBFAAF8}" srcId="{E817CCF5-DA3F-4E5F-BE7C-D8111B2BFEBA}" destId="{DCCE571A-4D30-4294-ABAF-6885F619D2D9}" srcOrd="1" destOrd="0" parTransId="{3AD83C96-5A95-4337-BF2D-97454AF7F108}" sibTransId="{2C1DF6EC-6090-4926-A556-3D2417B7F2AA}"/>
    <dgm:cxn modelId="{BB7709F4-4D56-418A-900F-37C6473EAF53}" type="presOf" srcId="{E73E8133-584D-4C45-99EA-6F2691A17A73}" destId="{DD091D0A-5A25-4241-91F3-18D32B0BDD4F}" srcOrd="0" destOrd="1" presId="urn:microsoft.com/office/officeart/2018/5/layout/CenteredIconLabelDescriptionList"/>
    <dgm:cxn modelId="{4179E6D1-7478-4339-8F97-5257B3400BC4}" type="presParOf" srcId="{071926C8-9E08-4BE0-A1E4-133B16FF713E}" destId="{1DA6F9F3-4A7F-42F9-8B77-7BD552F03105}" srcOrd="0" destOrd="0" presId="urn:microsoft.com/office/officeart/2018/5/layout/CenteredIconLabelDescriptionList"/>
    <dgm:cxn modelId="{0737DC66-A394-46BD-94D9-0F93F73D9874}" type="presParOf" srcId="{1DA6F9F3-4A7F-42F9-8B77-7BD552F03105}" destId="{AF72813A-2810-4A52-BE92-611D54918694}" srcOrd="0" destOrd="0" presId="urn:microsoft.com/office/officeart/2018/5/layout/CenteredIconLabelDescriptionList"/>
    <dgm:cxn modelId="{679DCDDC-8E41-4835-91F4-47FDD1EBCF01}" type="presParOf" srcId="{1DA6F9F3-4A7F-42F9-8B77-7BD552F03105}" destId="{0FF9AC2C-F836-43CA-8259-A20F609F4C83}" srcOrd="1" destOrd="0" presId="urn:microsoft.com/office/officeart/2018/5/layout/CenteredIconLabelDescriptionList"/>
    <dgm:cxn modelId="{D7710275-AA75-447E-B8E0-F733B3093DDC}" type="presParOf" srcId="{1DA6F9F3-4A7F-42F9-8B77-7BD552F03105}" destId="{DF27DA54-DCB6-45F4-890E-F7DCC5A4BE12}" srcOrd="2" destOrd="0" presId="urn:microsoft.com/office/officeart/2018/5/layout/CenteredIconLabelDescriptionList"/>
    <dgm:cxn modelId="{4E2BBC49-7D1B-4E1F-A4E0-8E3279A7A215}" type="presParOf" srcId="{1DA6F9F3-4A7F-42F9-8B77-7BD552F03105}" destId="{E3A03C26-8C60-4D73-A4C2-0678A1DD3B31}" srcOrd="3" destOrd="0" presId="urn:microsoft.com/office/officeart/2018/5/layout/CenteredIconLabelDescriptionList"/>
    <dgm:cxn modelId="{20E259EF-E86E-4289-8A51-8407442EFC73}" type="presParOf" srcId="{1DA6F9F3-4A7F-42F9-8B77-7BD552F03105}" destId="{DD091D0A-5A25-4241-91F3-18D32B0BDD4F}" srcOrd="4" destOrd="0" presId="urn:microsoft.com/office/officeart/2018/5/layout/CenteredIconLabelDescriptionList"/>
    <dgm:cxn modelId="{4E936E72-4D4C-4B39-AB55-034B66683B3E}" type="presParOf" srcId="{071926C8-9E08-4BE0-A1E4-133B16FF713E}" destId="{2564C0D4-4875-421D-81DB-70BF6751BBA7}" srcOrd="1" destOrd="0" presId="urn:microsoft.com/office/officeart/2018/5/layout/CenteredIconLabelDescriptionList"/>
    <dgm:cxn modelId="{694B3EE4-CA62-45BC-9B94-4C9B9B889288}" type="presParOf" srcId="{071926C8-9E08-4BE0-A1E4-133B16FF713E}" destId="{3076B9F9-EC92-4653-AC03-C71FD5E9A400}" srcOrd="2" destOrd="0" presId="urn:microsoft.com/office/officeart/2018/5/layout/CenteredIconLabelDescriptionList"/>
    <dgm:cxn modelId="{FB09E437-1F4D-47E0-99F6-EFA037F725B6}" type="presParOf" srcId="{3076B9F9-EC92-4653-AC03-C71FD5E9A400}" destId="{210823F6-AC1A-46E3-9D99-A319DF497539}" srcOrd="0" destOrd="0" presId="urn:microsoft.com/office/officeart/2018/5/layout/CenteredIconLabelDescriptionList"/>
    <dgm:cxn modelId="{BEF910D6-6584-4689-8726-22BFE941BB7E}" type="presParOf" srcId="{3076B9F9-EC92-4653-AC03-C71FD5E9A400}" destId="{2F262968-0DF4-4BB1-BD25-0ED2829FA45D}" srcOrd="1" destOrd="0" presId="urn:microsoft.com/office/officeart/2018/5/layout/CenteredIconLabelDescriptionList"/>
    <dgm:cxn modelId="{D399D623-3FAD-4FB7-9D1F-FA0A042E96E7}" type="presParOf" srcId="{3076B9F9-EC92-4653-AC03-C71FD5E9A400}" destId="{3C1752BD-6530-4141-80E9-9A0923780DCB}" srcOrd="2" destOrd="0" presId="urn:microsoft.com/office/officeart/2018/5/layout/CenteredIconLabelDescriptionList"/>
    <dgm:cxn modelId="{56F4FF0A-FB70-4B1F-83C3-092F27ABFE08}" type="presParOf" srcId="{3076B9F9-EC92-4653-AC03-C71FD5E9A400}" destId="{C393D316-1AB7-4A24-B8A5-3485F2713F88}" srcOrd="3" destOrd="0" presId="urn:microsoft.com/office/officeart/2018/5/layout/CenteredIconLabelDescriptionList"/>
    <dgm:cxn modelId="{69391662-335F-4346-B790-4CA2B0C0B808}" type="presParOf" srcId="{3076B9F9-EC92-4653-AC03-C71FD5E9A400}" destId="{7CD40649-A74C-4AD8-B9D0-2573A1955C91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72813A-2810-4A52-BE92-611D54918694}">
      <dsp:nvSpPr>
        <dsp:cNvPr id="0" name=""/>
        <dsp:cNvSpPr/>
      </dsp:nvSpPr>
      <dsp:spPr>
        <a:xfrm>
          <a:off x="421382" y="1638314"/>
          <a:ext cx="4439866" cy="11657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52000" r="-52000"/>
          </a:stretch>
        </a:blipFill>
        <a:ln w="15875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27DA54-DCB6-45F4-890E-F7DCC5A4BE12}">
      <dsp:nvSpPr>
        <dsp:cNvPr id="0" name=""/>
        <dsp:cNvSpPr/>
      </dsp:nvSpPr>
      <dsp:spPr>
        <a:xfrm>
          <a:off x="483425" y="2990916"/>
          <a:ext cx="4315781" cy="6473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 dirty="0"/>
            <a:t>BANYAK LAYANAN SAMA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 dirty="0"/>
            <a:t>DENGAN PENGURANG DISKON</a:t>
          </a:r>
        </a:p>
      </dsp:txBody>
      <dsp:txXfrm>
        <a:off x="483425" y="2990916"/>
        <a:ext cx="4315781" cy="647367"/>
      </dsp:txXfrm>
    </dsp:sp>
    <dsp:sp modelId="{DD091D0A-5A25-4241-91F3-18D32B0BDD4F}">
      <dsp:nvSpPr>
        <dsp:cNvPr id="0" name=""/>
        <dsp:cNvSpPr/>
      </dsp:nvSpPr>
      <dsp:spPr>
        <a:xfrm>
          <a:off x="483425" y="3687549"/>
          <a:ext cx="4315781" cy="1480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 err="1"/>
            <a:t>Konsekuensi</a:t>
          </a:r>
          <a:r>
            <a:rPr lang="en-US" sz="1300" kern="1200" dirty="0"/>
            <a:t> :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Nama </a:t>
          </a:r>
          <a:r>
            <a:rPr lang="en-US" sz="1300" kern="1200" dirty="0" err="1"/>
            <a:t>layanan</a:t>
          </a:r>
          <a:r>
            <a:rPr lang="en-US" sz="1300" kern="1200" dirty="0"/>
            <a:t> </a:t>
          </a:r>
          <a:r>
            <a:rPr lang="en-US" sz="1300" kern="1200" dirty="0" err="1"/>
            <a:t>berulang</a:t>
          </a:r>
          <a:r>
            <a:rPr lang="en-US" sz="1300" kern="1200" dirty="0"/>
            <a:t>, JASA BA / RS </a:t>
          </a:r>
          <a:r>
            <a:rPr lang="en-US" sz="1300" kern="1200" dirty="0" err="1"/>
            <a:t>diskon</a:t>
          </a:r>
          <a:r>
            <a:rPr lang="en-US" sz="1300" kern="1200" dirty="0"/>
            <a:t> (billing)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 dirty="0"/>
        </a:p>
      </dsp:txBody>
      <dsp:txXfrm>
        <a:off x="483425" y="3687549"/>
        <a:ext cx="4315781" cy="148094"/>
      </dsp:txXfrm>
    </dsp:sp>
    <dsp:sp modelId="{210823F6-AC1A-46E3-9D99-A319DF497539}">
      <dsp:nvSpPr>
        <dsp:cNvPr id="0" name=""/>
        <dsp:cNvSpPr/>
      </dsp:nvSpPr>
      <dsp:spPr>
        <a:xfrm>
          <a:off x="6032647" y="1735726"/>
          <a:ext cx="3483508" cy="922615"/>
        </a:xfrm>
        <a:prstGeom prst="rect">
          <a:avLst/>
        </a:prstGeom>
        <a:blipFill>
          <a:blip xmlns:r="http://schemas.openxmlformats.org/officeDocument/2006/relationships" r:embed="rId2"/>
          <a:srcRect/>
          <a:stretch>
            <a:fillRect t="-31000" b="-31000"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1752BD-6530-4141-80E9-9A0923780DCB}">
      <dsp:nvSpPr>
        <dsp:cNvPr id="0" name=""/>
        <dsp:cNvSpPr/>
      </dsp:nvSpPr>
      <dsp:spPr>
        <a:xfrm>
          <a:off x="5616510" y="2893504"/>
          <a:ext cx="4315781" cy="6473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 dirty="0"/>
            <a:t>1 LAYANAN DENGAN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 dirty="0"/>
            <a:t>FAKTOR PENGALI</a:t>
          </a:r>
        </a:p>
      </dsp:txBody>
      <dsp:txXfrm>
        <a:off x="5616510" y="2893504"/>
        <a:ext cx="4315781" cy="647367"/>
      </dsp:txXfrm>
    </dsp:sp>
    <dsp:sp modelId="{7CD40649-A74C-4AD8-B9D0-2573A1955C91}">
      <dsp:nvSpPr>
        <dsp:cNvPr id="0" name=""/>
        <dsp:cNvSpPr/>
      </dsp:nvSpPr>
      <dsp:spPr>
        <a:xfrm>
          <a:off x="5616510" y="3590137"/>
          <a:ext cx="4315781" cy="1480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 err="1"/>
            <a:t>Konsekuensi</a:t>
          </a:r>
          <a:r>
            <a:rPr lang="en-US" sz="1300" kern="1200" dirty="0"/>
            <a:t> :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Nama </a:t>
          </a:r>
          <a:r>
            <a:rPr lang="en-US" sz="1300" kern="1200" dirty="0" err="1"/>
            <a:t>Layanan</a:t>
          </a:r>
          <a:r>
            <a:rPr lang="en-US" sz="1300" kern="1200" dirty="0"/>
            <a:t> yang  </a:t>
          </a:r>
          <a:r>
            <a:rPr lang="en-US" sz="1300" kern="1200" dirty="0" err="1"/>
            <a:t>sama</a:t>
          </a:r>
          <a:r>
            <a:rPr lang="en-US" sz="1300" kern="1200" dirty="0"/>
            <a:t>, </a:t>
          </a:r>
          <a:r>
            <a:rPr lang="en-US" sz="1300" kern="1200" dirty="0" err="1"/>
            <a:t>beda</a:t>
          </a:r>
          <a:r>
            <a:rPr lang="en-US" sz="1300" kern="1200" dirty="0"/>
            <a:t> </a:t>
          </a:r>
          <a:r>
            <a:rPr lang="en-US" sz="1300" kern="1200" dirty="0" err="1"/>
            <a:t>tarif</a:t>
          </a:r>
          <a:r>
            <a:rPr lang="en-US" sz="1300" kern="1200" dirty="0"/>
            <a:t> (billing)</a:t>
          </a:r>
        </a:p>
      </dsp:txBody>
      <dsp:txXfrm>
        <a:off x="5616510" y="3590137"/>
        <a:ext cx="4315781" cy="1480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7/15/2025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274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7/15/2025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8435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7/15/2025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1630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7/15/2025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2431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7/15/2025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9045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7/15/2025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6652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7/15/2025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454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7/15/2025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593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7/15/2025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233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7/15/2025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7361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7/15/2025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8514340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7/15/2025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99993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7/15/2025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2457166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7/15/2025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76823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7/15/2025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333792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7/15/2025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925997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3ED0CC-082F-4160-86E5-0D6041F12778}" type="datetime1">
              <a:rPr lang="en-US" smtClean="0"/>
              <a:t>7/15/2025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3867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53" r:id="rId12"/>
    <p:sldLayoutId id="2147483754" r:id="rId13"/>
    <p:sldLayoutId id="2147483755" r:id="rId14"/>
    <p:sldLayoutId id="2147483756" r:id="rId15"/>
    <p:sldLayoutId id="2147483757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large, sitting, white, numbers">
            <a:extLst>
              <a:ext uri="{FF2B5EF4-FFF2-40B4-BE49-F238E27FC236}">
                <a16:creationId xmlns:a16="http://schemas.microsoft.com/office/drawing/2014/main" id="{9A5D9ED1-DFCC-4799-89E2-D118451B98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2" y="0"/>
            <a:ext cx="1219135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962" y="1673524"/>
            <a:ext cx="3485073" cy="2420504"/>
          </a:xfrm>
          <a:solidFill>
            <a:schemeClr val="bg2">
              <a:lumMod val="50000"/>
            </a:schemeClr>
          </a:solidFill>
        </p:spPr>
        <p:txBody>
          <a:bodyPr>
            <a:normAutofit/>
          </a:bodyPr>
          <a:lstStyle/>
          <a:p>
            <a:pPr algn="l"/>
            <a:r>
              <a:rPr lang="en-US" sz="4000" dirty="0"/>
              <a:t>REMUNERASI</a:t>
            </a:r>
            <a:br>
              <a:rPr lang="en-US" sz="4000" dirty="0"/>
            </a:br>
            <a:r>
              <a:rPr lang="en-US" sz="4000" dirty="0"/>
              <a:t>EXECUTIVE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965" y="4094028"/>
            <a:ext cx="3485072" cy="1019148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l"/>
            <a:r>
              <a:rPr lang="en-US" sz="2300" b="1" dirty="0">
                <a:solidFill>
                  <a:schemeClr val="bg1"/>
                </a:solidFill>
              </a:rPr>
              <a:t>Input </a:t>
            </a:r>
            <a:r>
              <a:rPr lang="en-US" sz="2300" b="1" dirty="0" err="1">
                <a:solidFill>
                  <a:schemeClr val="bg1"/>
                </a:solidFill>
              </a:rPr>
              <a:t>Layanan</a:t>
            </a:r>
            <a:r>
              <a:rPr lang="en-US" sz="2300" b="1" dirty="0">
                <a:solidFill>
                  <a:schemeClr val="bg1"/>
                </a:solidFill>
              </a:rPr>
              <a:t> </a:t>
            </a:r>
            <a:r>
              <a:rPr lang="en-US" sz="2300" b="1" dirty="0" err="1">
                <a:solidFill>
                  <a:schemeClr val="bg1"/>
                </a:solidFill>
              </a:rPr>
              <a:t>Operasi</a:t>
            </a:r>
            <a:r>
              <a:rPr lang="en-US" sz="2300" b="1" dirty="0">
                <a:solidFill>
                  <a:schemeClr val="bg1"/>
                </a:solidFill>
              </a:rPr>
              <a:t> </a:t>
            </a:r>
          </a:p>
          <a:p>
            <a:pPr algn="l"/>
            <a:r>
              <a:rPr lang="en-US" sz="2300" b="1" dirty="0" err="1">
                <a:solidFill>
                  <a:schemeClr val="bg1"/>
                </a:solidFill>
              </a:rPr>
              <a:t>Bedah</a:t>
            </a:r>
            <a:r>
              <a:rPr lang="en-US" sz="2300" b="1" dirty="0">
                <a:solidFill>
                  <a:schemeClr val="bg1"/>
                </a:solidFill>
              </a:rPr>
              <a:t> Prima dan FOC</a:t>
            </a:r>
          </a:p>
        </p:txBody>
      </p:sp>
    </p:spTree>
    <p:extLst>
      <p:ext uri="{BB962C8B-B14F-4D97-AF65-F5344CB8AC3E}">
        <p14:creationId xmlns:p14="http://schemas.microsoft.com/office/powerpoint/2010/main" val="1583120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1F205-E8A9-4237-8AD2-ABD9BF694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PILIHAN INPUT</a:t>
            </a:r>
          </a:p>
        </p:txBody>
      </p:sp>
      <p:graphicFrame>
        <p:nvGraphicFramePr>
          <p:cNvPr id="12" name="Content Placeholder 2" descr="SmartArt graphic">
            <a:extLst>
              <a:ext uri="{FF2B5EF4-FFF2-40B4-BE49-F238E27FC236}">
                <a16:creationId xmlns:a16="http://schemas.microsoft.com/office/drawing/2014/main" id="{1E5659A2-FA7D-4C38-864B-37B42C2754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7142069"/>
              </p:ext>
            </p:extLst>
          </p:nvPr>
        </p:nvGraphicFramePr>
        <p:xfrm>
          <a:off x="924530" y="609599"/>
          <a:ext cx="10353675" cy="54739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65077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1F205-E8A9-4237-8AD2-ABD9BF694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FOKUS PERHATIAN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A50AE9-3E83-CD1D-F1B4-F796928C6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799184"/>
            <a:ext cx="10353762" cy="2992015"/>
          </a:xfrm>
        </p:spPr>
        <p:txBody>
          <a:bodyPr/>
          <a:lstStyle/>
          <a:p>
            <a:r>
              <a:rPr lang="en-US" sz="2800" dirty="0" err="1"/>
              <a:t>Perlakuan</a:t>
            </a:r>
            <a:r>
              <a:rPr lang="en-US" sz="2800" dirty="0"/>
              <a:t> </a:t>
            </a:r>
            <a:r>
              <a:rPr lang="en-US" sz="2800" dirty="0" err="1"/>
              <a:t>secara</a:t>
            </a:r>
            <a:r>
              <a:rPr lang="en-US" sz="2800" dirty="0"/>
              <a:t> </a:t>
            </a:r>
            <a:r>
              <a:rPr lang="en-US" sz="2800" dirty="0" err="1"/>
              <a:t>laporan</a:t>
            </a:r>
            <a:r>
              <a:rPr lang="en-US" sz="2800" dirty="0"/>
              <a:t> </a:t>
            </a:r>
            <a:r>
              <a:rPr lang="en-US" sz="2800" dirty="0" err="1"/>
              <a:t>jumlah</a:t>
            </a:r>
            <a:r>
              <a:rPr lang="en-US" sz="2800" dirty="0"/>
              <a:t> </a:t>
            </a:r>
            <a:r>
              <a:rPr lang="en-US" sz="2800" dirty="0" err="1"/>
              <a:t>layanan</a:t>
            </a:r>
            <a:r>
              <a:rPr lang="en-US" sz="2800" dirty="0"/>
              <a:t>, </a:t>
            </a:r>
            <a:r>
              <a:rPr lang="en-US" sz="2800" dirty="0" err="1"/>
              <a:t>dihitung</a:t>
            </a:r>
            <a:r>
              <a:rPr lang="en-US" sz="2800" dirty="0"/>
              <a:t> 1 </a:t>
            </a:r>
            <a:r>
              <a:rPr lang="en-US" sz="2800" dirty="0" err="1"/>
              <a:t>atau</a:t>
            </a:r>
            <a:r>
              <a:rPr lang="en-US" sz="2800" dirty="0"/>
              <a:t> </a:t>
            </a:r>
            <a:r>
              <a:rPr lang="en-US" sz="2800" dirty="0" err="1"/>
              <a:t>ada</a:t>
            </a:r>
            <a:r>
              <a:rPr lang="en-US" sz="2800" dirty="0"/>
              <a:t> flagging </a:t>
            </a:r>
            <a:r>
              <a:rPr lang="en-US" sz="2800" dirty="0" err="1"/>
              <a:t>catatan</a:t>
            </a:r>
            <a:r>
              <a:rPr lang="en-US" sz="2800" dirty="0"/>
              <a:t> </a:t>
            </a:r>
            <a:r>
              <a:rPr lang="en-US" sz="2800" dirty="0" err="1"/>
              <a:t>dengan</a:t>
            </a:r>
            <a:r>
              <a:rPr lang="en-US" sz="2800" dirty="0"/>
              <a:t> </a:t>
            </a:r>
            <a:r>
              <a:rPr lang="en-US" sz="2800" dirty="0" err="1"/>
              <a:t>penyulit</a:t>
            </a:r>
            <a:r>
              <a:rPr lang="en-US" sz="2800" dirty="0"/>
              <a:t> (</a:t>
            </a:r>
            <a:r>
              <a:rPr lang="en-US" sz="2800" dirty="0" err="1"/>
              <a:t>dll</a:t>
            </a:r>
            <a:r>
              <a:rPr lang="en-US" sz="2800" dirty="0"/>
              <a:t>) </a:t>
            </a:r>
            <a:r>
              <a:rPr lang="en-US" sz="2800" dirty="0" err="1"/>
              <a:t>atau</a:t>
            </a:r>
            <a:r>
              <a:rPr lang="en-US" sz="2800" dirty="0"/>
              <a:t> </a:t>
            </a:r>
            <a:r>
              <a:rPr lang="en-US" sz="2800" dirty="0" err="1"/>
              <a:t>dihitung</a:t>
            </a:r>
            <a:r>
              <a:rPr lang="en-US" sz="2800" dirty="0"/>
              <a:t> </a:t>
            </a:r>
            <a:r>
              <a:rPr lang="en-US" sz="2800" dirty="0" err="1"/>
              <a:t>lebih</a:t>
            </a:r>
            <a:r>
              <a:rPr lang="en-US" sz="2800" dirty="0"/>
              <a:t> </a:t>
            </a:r>
            <a:r>
              <a:rPr lang="en-US" sz="2800" dirty="0" err="1"/>
              <a:t>dari</a:t>
            </a:r>
            <a:r>
              <a:rPr lang="en-US" sz="2800" dirty="0"/>
              <a:t> 1</a:t>
            </a:r>
          </a:p>
          <a:p>
            <a:r>
              <a:rPr lang="en-US" sz="2800" dirty="0" err="1"/>
              <a:t>Secara</a:t>
            </a:r>
            <a:r>
              <a:rPr lang="en-US" sz="2800" dirty="0"/>
              <a:t> </a:t>
            </a:r>
            <a:r>
              <a:rPr lang="en-US" sz="2800" dirty="0" err="1"/>
              <a:t>perhitungan</a:t>
            </a:r>
            <a:r>
              <a:rPr lang="en-US" sz="2800" dirty="0"/>
              <a:t> </a:t>
            </a:r>
            <a:r>
              <a:rPr lang="en-US" sz="2800" dirty="0" err="1"/>
              <a:t>remunerasi</a:t>
            </a:r>
            <a:r>
              <a:rPr lang="en-US" sz="2800" dirty="0"/>
              <a:t>, % </a:t>
            </a:r>
            <a:r>
              <a:rPr lang="en-US" sz="2800" dirty="0" err="1"/>
              <a:t>jasa</a:t>
            </a:r>
            <a:r>
              <a:rPr lang="en-US" sz="2800" dirty="0"/>
              <a:t> </a:t>
            </a:r>
            <a:r>
              <a:rPr lang="en-US" sz="2800" dirty="0" err="1"/>
              <a:t>dokter</a:t>
            </a:r>
            <a:r>
              <a:rPr lang="en-US" sz="2800" dirty="0"/>
              <a:t> </a:t>
            </a:r>
            <a:r>
              <a:rPr lang="en-US" sz="2800" dirty="0" err="1"/>
              <a:t>berbanding</a:t>
            </a:r>
            <a:r>
              <a:rPr lang="en-US" sz="2800" dirty="0"/>
              <a:t> </a:t>
            </a:r>
            <a:r>
              <a:rPr lang="en-US" sz="2800" dirty="0" err="1"/>
              <a:t>tarif</a:t>
            </a:r>
            <a:r>
              <a:rPr lang="en-US" sz="2800" dirty="0"/>
              <a:t>. </a:t>
            </a:r>
            <a:r>
              <a:rPr lang="en-US" sz="2800" dirty="0" err="1"/>
              <a:t>Akankah</a:t>
            </a:r>
            <a:r>
              <a:rPr lang="en-US" sz="2800" dirty="0"/>
              <a:t> </a:t>
            </a:r>
            <a:r>
              <a:rPr lang="en-US" sz="2800" dirty="0" err="1"/>
              <a:t>menjadi</a:t>
            </a:r>
            <a:r>
              <a:rPr lang="en-US" sz="2800" dirty="0"/>
              <a:t> </a:t>
            </a:r>
            <a:r>
              <a:rPr lang="en-US" sz="2800" dirty="0" err="1"/>
              <a:t>perhatian</a:t>
            </a:r>
            <a:r>
              <a:rPr lang="en-US" sz="2800" dirty="0"/>
              <a:t> </a:t>
            </a:r>
            <a:r>
              <a:rPr lang="en-US" sz="2800" dirty="0" err="1"/>
              <a:t>khusus</a:t>
            </a:r>
            <a:r>
              <a:rPr lang="en-US" sz="2800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987755311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7E70FC5-1855-47AB-8CE1-CB3C873A8988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30CB38EC-895A-4F8F-8F75-E263501ABB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560E646-30AD-4BA0-97EA-A7A07DF549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29</TotalTime>
  <Words>88</Words>
  <Application>Microsoft Office PowerPoint</Application>
  <PresentationFormat>Widescreen</PresentationFormat>
  <Paragraphs>16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Century Gothic</vt:lpstr>
      <vt:lpstr>Wingdings 3</vt:lpstr>
      <vt:lpstr>Wisp</vt:lpstr>
      <vt:lpstr>REMUNERASI EXECUTIVE</vt:lpstr>
      <vt:lpstr>PILIHAN INPUT</vt:lpstr>
      <vt:lpstr>FOKUS PERHATIAN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REMUNERASI EXECUTIVE</dc:title>
  <dc:creator>Dell OptiPlex</dc:creator>
  <cp:lastModifiedBy>Dell OptiPlex</cp:lastModifiedBy>
  <cp:revision>2</cp:revision>
  <dcterms:created xsi:type="dcterms:W3CDTF">2025-07-15T02:56:39Z</dcterms:created>
  <dcterms:modified xsi:type="dcterms:W3CDTF">2025-07-15T03:26:04Z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