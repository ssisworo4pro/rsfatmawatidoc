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3" r:id="rId12"/>
    <p:sldId id="274" r:id="rId13"/>
    <p:sldId id="275" r:id="rId14"/>
    <p:sldId id="269" r:id="rId15"/>
    <p:sldId id="271" r:id="rId16"/>
    <p:sldId id="267" r:id="rId17"/>
    <p:sldId id="268" r:id="rId18"/>
    <p:sldId id="270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765419-D392-427B-81DE-E30F4E931999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2336C6-774A-43C8-9551-0887CDB2D746}">
      <dgm:prSet phldrT="[Text]" custT="1"/>
      <dgm:spPr/>
      <dgm:t>
        <a:bodyPr/>
        <a:lstStyle/>
        <a:p>
          <a:r>
            <a:rPr lang="en-US" sz="3200" dirty="0" err="1"/>
            <a:t>Aplikasi</a:t>
          </a:r>
          <a:r>
            <a:rPr lang="en-US" sz="3200" dirty="0"/>
            <a:t> SIMRS</a:t>
          </a:r>
        </a:p>
      </dgm:t>
    </dgm:pt>
    <dgm:pt modelId="{D482B726-C0D2-442B-9DE0-7FA66EAD8612}" type="parTrans" cxnId="{15A7F87C-6F83-409A-9AD4-BA9E32D6262B}">
      <dgm:prSet/>
      <dgm:spPr/>
      <dgm:t>
        <a:bodyPr/>
        <a:lstStyle/>
        <a:p>
          <a:endParaRPr lang="en-US"/>
        </a:p>
      </dgm:t>
    </dgm:pt>
    <dgm:pt modelId="{13FBDECF-35CA-432B-BBA0-C02F80CE2A51}" type="sibTrans" cxnId="{15A7F87C-6F83-409A-9AD4-BA9E32D6262B}">
      <dgm:prSet/>
      <dgm:spPr/>
      <dgm:t>
        <a:bodyPr/>
        <a:lstStyle/>
        <a:p>
          <a:endParaRPr lang="en-US"/>
        </a:p>
      </dgm:t>
    </dgm:pt>
    <dgm:pt modelId="{6CC1FEB0-DA63-4C3D-8BCA-5EBC27AADEE2}">
      <dgm:prSet phldrT="[Text]" custT="1"/>
      <dgm:spPr/>
      <dgm:t>
        <a:bodyPr/>
        <a:lstStyle/>
        <a:p>
          <a:r>
            <a:rPr lang="en-US" sz="2000" dirty="0" err="1"/>
            <a:t>Penyediaan</a:t>
          </a:r>
          <a:r>
            <a:rPr lang="en-US" sz="2000" dirty="0"/>
            <a:t> data </a:t>
          </a:r>
          <a:r>
            <a:rPr lang="en-US" sz="2000" dirty="0" err="1"/>
            <a:t>interkoneksi</a:t>
          </a:r>
          <a:r>
            <a:rPr lang="en-US" sz="2000" dirty="0"/>
            <a:t> </a:t>
          </a:r>
          <a:r>
            <a:rPr lang="en-US" sz="2000" dirty="0" err="1"/>
            <a:t>dengan</a:t>
          </a:r>
          <a:r>
            <a:rPr lang="en-US" sz="2000" dirty="0"/>
            <a:t> format CSV</a:t>
          </a:r>
        </a:p>
      </dgm:t>
    </dgm:pt>
    <dgm:pt modelId="{A1B6DE36-4D5A-400B-8483-543A43137434}" type="parTrans" cxnId="{AE0EB473-6213-431A-BBFD-9B4C62A800D0}">
      <dgm:prSet/>
      <dgm:spPr/>
      <dgm:t>
        <a:bodyPr/>
        <a:lstStyle/>
        <a:p>
          <a:endParaRPr lang="en-US"/>
        </a:p>
      </dgm:t>
    </dgm:pt>
    <dgm:pt modelId="{611674DA-AC3E-4A1A-91FE-34BAC634B7B0}" type="sibTrans" cxnId="{AE0EB473-6213-431A-BBFD-9B4C62A800D0}">
      <dgm:prSet/>
      <dgm:spPr/>
      <dgm:t>
        <a:bodyPr/>
        <a:lstStyle/>
        <a:p>
          <a:endParaRPr lang="en-US"/>
        </a:p>
      </dgm:t>
    </dgm:pt>
    <dgm:pt modelId="{7C3BD909-02CA-4C39-BA8B-CC593A51E22F}">
      <dgm:prSet phldrT="[Text]"/>
      <dgm:spPr/>
      <dgm:t>
        <a:bodyPr/>
        <a:lstStyle/>
        <a:p>
          <a:r>
            <a:rPr lang="en-US" dirty="0"/>
            <a:t>Table Temporary API</a:t>
          </a:r>
        </a:p>
      </dgm:t>
    </dgm:pt>
    <dgm:pt modelId="{588013F0-6DFA-4677-9AEF-D990E2B92233}" type="parTrans" cxnId="{490FEC45-4AC3-4A3A-9426-1D49C32EBCD9}">
      <dgm:prSet/>
      <dgm:spPr/>
      <dgm:t>
        <a:bodyPr/>
        <a:lstStyle/>
        <a:p>
          <a:endParaRPr lang="en-US"/>
        </a:p>
      </dgm:t>
    </dgm:pt>
    <dgm:pt modelId="{4EC18324-B6D5-4095-9394-37D779F684D2}" type="sibTrans" cxnId="{490FEC45-4AC3-4A3A-9426-1D49C32EBCD9}">
      <dgm:prSet/>
      <dgm:spPr/>
      <dgm:t>
        <a:bodyPr/>
        <a:lstStyle/>
        <a:p>
          <a:endParaRPr lang="en-US"/>
        </a:p>
      </dgm:t>
    </dgm:pt>
    <dgm:pt modelId="{021746BC-9B10-45C9-9797-4A6DB208BDC1}">
      <dgm:prSet phldrT="[Text]" custT="1"/>
      <dgm:spPr/>
      <dgm:t>
        <a:bodyPr/>
        <a:lstStyle/>
        <a:p>
          <a:r>
            <a:rPr lang="en-US" sz="2400" dirty="0"/>
            <a:t>Masuk </a:t>
          </a:r>
          <a:r>
            <a:rPr lang="en-US" sz="2400" dirty="0" err="1"/>
            <a:t>ke</a:t>
          </a:r>
          <a:r>
            <a:rPr lang="en-US" sz="2400" dirty="0"/>
            <a:t> table temporary API</a:t>
          </a:r>
        </a:p>
      </dgm:t>
    </dgm:pt>
    <dgm:pt modelId="{D89C433A-6D46-43A4-A598-4B30D32CAB0E}" type="parTrans" cxnId="{16CC6447-F319-4F55-ABA7-62E560435D47}">
      <dgm:prSet/>
      <dgm:spPr/>
      <dgm:t>
        <a:bodyPr/>
        <a:lstStyle/>
        <a:p>
          <a:endParaRPr lang="en-US"/>
        </a:p>
      </dgm:t>
    </dgm:pt>
    <dgm:pt modelId="{7AE2EB2A-64DD-49E1-80FE-3CED32322CD5}" type="sibTrans" cxnId="{16CC6447-F319-4F55-ABA7-62E560435D47}">
      <dgm:prSet/>
      <dgm:spPr/>
      <dgm:t>
        <a:bodyPr/>
        <a:lstStyle/>
        <a:p>
          <a:endParaRPr lang="en-US"/>
        </a:p>
      </dgm:t>
    </dgm:pt>
    <dgm:pt modelId="{421829D9-FA6D-482F-9289-39CA562E5A2A}">
      <dgm:prSet phldrT="[Text]"/>
      <dgm:spPr/>
      <dgm:t>
        <a:bodyPr/>
        <a:lstStyle/>
        <a:p>
          <a:r>
            <a:rPr lang="en-US" dirty="0" err="1"/>
            <a:t>Aplikasi</a:t>
          </a:r>
          <a:r>
            <a:rPr lang="en-US" dirty="0"/>
            <a:t> SAKTI Modul </a:t>
          </a:r>
          <a:r>
            <a:rPr lang="en-US" dirty="0" err="1"/>
            <a:t>Komitmen</a:t>
          </a:r>
          <a:r>
            <a:rPr lang="en-US" dirty="0"/>
            <a:t> dan </a:t>
          </a:r>
          <a:r>
            <a:rPr lang="en-US" dirty="0" err="1"/>
            <a:t>Persediaan</a:t>
          </a:r>
          <a:endParaRPr lang="en-US" dirty="0"/>
        </a:p>
      </dgm:t>
    </dgm:pt>
    <dgm:pt modelId="{012B2EEB-A497-4527-909A-F7F9796151E3}" type="parTrans" cxnId="{C78019DA-97B5-4CB2-B016-820EFB99D220}">
      <dgm:prSet/>
      <dgm:spPr/>
      <dgm:t>
        <a:bodyPr/>
        <a:lstStyle/>
        <a:p>
          <a:endParaRPr lang="en-US"/>
        </a:p>
      </dgm:t>
    </dgm:pt>
    <dgm:pt modelId="{26CC6BB2-1B09-4620-93C2-A6F43226F7A8}" type="sibTrans" cxnId="{C78019DA-97B5-4CB2-B016-820EFB99D220}">
      <dgm:prSet/>
      <dgm:spPr/>
      <dgm:t>
        <a:bodyPr/>
        <a:lstStyle/>
        <a:p>
          <a:endParaRPr lang="en-US"/>
        </a:p>
      </dgm:t>
    </dgm:pt>
    <dgm:pt modelId="{AC68DC95-CE4C-4C40-B35F-941623D59D69}">
      <dgm:prSet phldrT="[Text]" custT="1"/>
      <dgm:spPr/>
      <dgm:t>
        <a:bodyPr/>
        <a:lstStyle/>
        <a:p>
          <a:r>
            <a:rPr lang="en-US" sz="2400" dirty="0"/>
            <a:t>Masuk </a:t>
          </a:r>
          <a:r>
            <a:rPr lang="en-US" sz="2400" dirty="0" err="1"/>
            <a:t>ke</a:t>
          </a:r>
          <a:r>
            <a:rPr lang="en-US" sz="2400" dirty="0"/>
            <a:t> table master SAKTI</a:t>
          </a:r>
        </a:p>
      </dgm:t>
    </dgm:pt>
    <dgm:pt modelId="{B749E34A-0053-48B8-9AD5-FDD8FBF9C3A4}" type="parTrans" cxnId="{4FB4C6BA-DDB7-41CD-B88A-8080BBB28D0F}">
      <dgm:prSet/>
      <dgm:spPr/>
      <dgm:t>
        <a:bodyPr/>
        <a:lstStyle/>
        <a:p>
          <a:endParaRPr lang="en-US"/>
        </a:p>
      </dgm:t>
    </dgm:pt>
    <dgm:pt modelId="{11EE65CC-1BD0-41D7-8244-8393CB8598BC}" type="sibTrans" cxnId="{4FB4C6BA-DDB7-41CD-B88A-8080BBB28D0F}">
      <dgm:prSet/>
      <dgm:spPr/>
      <dgm:t>
        <a:bodyPr/>
        <a:lstStyle/>
        <a:p>
          <a:endParaRPr lang="en-US"/>
        </a:p>
      </dgm:t>
    </dgm:pt>
    <dgm:pt modelId="{C54155F6-E3C8-42D6-8DD3-66679AD4CF6B}" type="pres">
      <dgm:prSet presAssocID="{FE765419-D392-427B-81DE-E30F4E931999}" presName="theList" presStyleCnt="0">
        <dgm:presLayoutVars>
          <dgm:dir/>
          <dgm:animLvl val="lvl"/>
          <dgm:resizeHandles val="exact"/>
        </dgm:presLayoutVars>
      </dgm:prSet>
      <dgm:spPr/>
    </dgm:pt>
    <dgm:pt modelId="{BBC7D9A9-213B-4555-A19E-8885B48386C0}" type="pres">
      <dgm:prSet presAssocID="{1A2336C6-774A-43C8-9551-0887CDB2D746}" presName="compNode" presStyleCnt="0"/>
      <dgm:spPr/>
    </dgm:pt>
    <dgm:pt modelId="{316DA3EA-1125-4282-A891-530775F77BEA}" type="pres">
      <dgm:prSet presAssocID="{1A2336C6-774A-43C8-9551-0887CDB2D746}" presName="aNode" presStyleLbl="bgShp" presStyleIdx="0" presStyleCnt="3"/>
      <dgm:spPr/>
    </dgm:pt>
    <dgm:pt modelId="{345861E6-AD19-45FC-B249-EFBA25E5F233}" type="pres">
      <dgm:prSet presAssocID="{1A2336C6-774A-43C8-9551-0887CDB2D746}" presName="textNode" presStyleLbl="bgShp" presStyleIdx="0" presStyleCnt="3"/>
      <dgm:spPr/>
    </dgm:pt>
    <dgm:pt modelId="{BE93FFE4-0EB7-44EF-8EE4-5F0E68F627F7}" type="pres">
      <dgm:prSet presAssocID="{1A2336C6-774A-43C8-9551-0887CDB2D746}" presName="compChildNode" presStyleCnt="0"/>
      <dgm:spPr/>
    </dgm:pt>
    <dgm:pt modelId="{602FCEA9-163A-4A1A-B9AE-706C588255F0}" type="pres">
      <dgm:prSet presAssocID="{1A2336C6-774A-43C8-9551-0887CDB2D746}" presName="theInnerList" presStyleCnt="0"/>
      <dgm:spPr/>
    </dgm:pt>
    <dgm:pt modelId="{DE62D9EB-1DDA-46E6-BDC8-8908340FDE5A}" type="pres">
      <dgm:prSet presAssocID="{6CC1FEB0-DA63-4C3D-8BCA-5EBC27AADEE2}" presName="childNode" presStyleLbl="node1" presStyleIdx="0" presStyleCnt="3">
        <dgm:presLayoutVars>
          <dgm:bulletEnabled val="1"/>
        </dgm:presLayoutVars>
      </dgm:prSet>
      <dgm:spPr/>
    </dgm:pt>
    <dgm:pt modelId="{338C9D53-389B-4E2E-ADCC-EBD434C47E93}" type="pres">
      <dgm:prSet presAssocID="{1A2336C6-774A-43C8-9551-0887CDB2D746}" presName="aSpace" presStyleCnt="0"/>
      <dgm:spPr/>
    </dgm:pt>
    <dgm:pt modelId="{9FD8F269-33D2-48A0-9EAB-FD0E462DBACD}" type="pres">
      <dgm:prSet presAssocID="{7C3BD909-02CA-4C39-BA8B-CC593A51E22F}" presName="compNode" presStyleCnt="0"/>
      <dgm:spPr/>
    </dgm:pt>
    <dgm:pt modelId="{0FC41FF3-245F-4EE8-AE4B-46E2F4379D6C}" type="pres">
      <dgm:prSet presAssocID="{7C3BD909-02CA-4C39-BA8B-CC593A51E22F}" presName="aNode" presStyleLbl="bgShp" presStyleIdx="1" presStyleCnt="3"/>
      <dgm:spPr/>
    </dgm:pt>
    <dgm:pt modelId="{A802DA71-9B1F-4E2A-90AD-B097BD4FE0AF}" type="pres">
      <dgm:prSet presAssocID="{7C3BD909-02CA-4C39-BA8B-CC593A51E22F}" presName="textNode" presStyleLbl="bgShp" presStyleIdx="1" presStyleCnt="3"/>
      <dgm:spPr/>
    </dgm:pt>
    <dgm:pt modelId="{04651990-5B54-4E48-8028-A81599147F2E}" type="pres">
      <dgm:prSet presAssocID="{7C3BD909-02CA-4C39-BA8B-CC593A51E22F}" presName="compChildNode" presStyleCnt="0"/>
      <dgm:spPr/>
    </dgm:pt>
    <dgm:pt modelId="{DDF01803-69DB-4ED7-BC1F-76BAB28A3FA4}" type="pres">
      <dgm:prSet presAssocID="{7C3BD909-02CA-4C39-BA8B-CC593A51E22F}" presName="theInnerList" presStyleCnt="0"/>
      <dgm:spPr/>
    </dgm:pt>
    <dgm:pt modelId="{38DB0444-CBD4-48E7-81ED-ED74EA8171BE}" type="pres">
      <dgm:prSet presAssocID="{021746BC-9B10-45C9-9797-4A6DB208BDC1}" presName="childNode" presStyleLbl="node1" presStyleIdx="1" presStyleCnt="3">
        <dgm:presLayoutVars>
          <dgm:bulletEnabled val="1"/>
        </dgm:presLayoutVars>
      </dgm:prSet>
      <dgm:spPr/>
    </dgm:pt>
    <dgm:pt modelId="{B165BB4C-0373-4156-B367-C2A68ECA4E54}" type="pres">
      <dgm:prSet presAssocID="{7C3BD909-02CA-4C39-BA8B-CC593A51E22F}" presName="aSpace" presStyleCnt="0"/>
      <dgm:spPr/>
    </dgm:pt>
    <dgm:pt modelId="{77354299-D012-47E5-860C-9C9D19771541}" type="pres">
      <dgm:prSet presAssocID="{421829D9-FA6D-482F-9289-39CA562E5A2A}" presName="compNode" presStyleCnt="0"/>
      <dgm:spPr/>
    </dgm:pt>
    <dgm:pt modelId="{70F04C1E-DE81-4425-BD70-CBA2686113B6}" type="pres">
      <dgm:prSet presAssocID="{421829D9-FA6D-482F-9289-39CA562E5A2A}" presName="aNode" presStyleLbl="bgShp" presStyleIdx="2" presStyleCnt="3"/>
      <dgm:spPr/>
    </dgm:pt>
    <dgm:pt modelId="{3DC595BB-9C7F-41A2-85C9-2BE6222497A6}" type="pres">
      <dgm:prSet presAssocID="{421829D9-FA6D-482F-9289-39CA562E5A2A}" presName="textNode" presStyleLbl="bgShp" presStyleIdx="2" presStyleCnt="3"/>
      <dgm:spPr/>
    </dgm:pt>
    <dgm:pt modelId="{1F0FF727-517C-469A-9D10-777724DFFD74}" type="pres">
      <dgm:prSet presAssocID="{421829D9-FA6D-482F-9289-39CA562E5A2A}" presName="compChildNode" presStyleCnt="0"/>
      <dgm:spPr/>
    </dgm:pt>
    <dgm:pt modelId="{A4394DCB-1F26-4F47-AF0E-74E519AB03AA}" type="pres">
      <dgm:prSet presAssocID="{421829D9-FA6D-482F-9289-39CA562E5A2A}" presName="theInnerList" presStyleCnt="0"/>
      <dgm:spPr/>
    </dgm:pt>
    <dgm:pt modelId="{543A8FF6-D2E2-48D2-983E-8B8BF400E8F3}" type="pres">
      <dgm:prSet presAssocID="{AC68DC95-CE4C-4C40-B35F-941623D59D69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6722F224-83A9-4F33-975A-EC1B2B30C151}" type="presOf" srcId="{7C3BD909-02CA-4C39-BA8B-CC593A51E22F}" destId="{A802DA71-9B1F-4E2A-90AD-B097BD4FE0AF}" srcOrd="1" destOrd="0" presId="urn:microsoft.com/office/officeart/2005/8/layout/lProcess2"/>
    <dgm:cxn modelId="{B7561B2D-D97F-4121-9835-0D4A77E49CA0}" type="presOf" srcId="{421829D9-FA6D-482F-9289-39CA562E5A2A}" destId="{70F04C1E-DE81-4425-BD70-CBA2686113B6}" srcOrd="0" destOrd="0" presId="urn:microsoft.com/office/officeart/2005/8/layout/lProcess2"/>
    <dgm:cxn modelId="{490FEC45-4AC3-4A3A-9426-1D49C32EBCD9}" srcId="{FE765419-D392-427B-81DE-E30F4E931999}" destId="{7C3BD909-02CA-4C39-BA8B-CC593A51E22F}" srcOrd="1" destOrd="0" parTransId="{588013F0-6DFA-4677-9AEF-D990E2B92233}" sibTransId="{4EC18324-B6D5-4095-9394-37D779F684D2}"/>
    <dgm:cxn modelId="{16CC6447-F319-4F55-ABA7-62E560435D47}" srcId="{7C3BD909-02CA-4C39-BA8B-CC593A51E22F}" destId="{021746BC-9B10-45C9-9797-4A6DB208BDC1}" srcOrd="0" destOrd="0" parTransId="{D89C433A-6D46-43A4-A598-4B30D32CAB0E}" sibTransId="{7AE2EB2A-64DD-49E1-80FE-3CED32322CD5}"/>
    <dgm:cxn modelId="{D7728552-7606-4F8C-9F34-273223D01B9E}" type="presOf" srcId="{7C3BD909-02CA-4C39-BA8B-CC593A51E22F}" destId="{0FC41FF3-245F-4EE8-AE4B-46E2F4379D6C}" srcOrd="0" destOrd="0" presId="urn:microsoft.com/office/officeart/2005/8/layout/lProcess2"/>
    <dgm:cxn modelId="{AE0EB473-6213-431A-BBFD-9B4C62A800D0}" srcId="{1A2336C6-774A-43C8-9551-0887CDB2D746}" destId="{6CC1FEB0-DA63-4C3D-8BCA-5EBC27AADEE2}" srcOrd="0" destOrd="0" parTransId="{A1B6DE36-4D5A-400B-8483-543A43137434}" sibTransId="{611674DA-AC3E-4A1A-91FE-34BAC634B7B0}"/>
    <dgm:cxn modelId="{15A7F87C-6F83-409A-9AD4-BA9E32D6262B}" srcId="{FE765419-D392-427B-81DE-E30F4E931999}" destId="{1A2336C6-774A-43C8-9551-0887CDB2D746}" srcOrd="0" destOrd="0" parTransId="{D482B726-C0D2-442B-9DE0-7FA66EAD8612}" sibTransId="{13FBDECF-35CA-432B-BBA0-C02F80CE2A51}"/>
    <dgm:cxn modelId="{B7180782-9A61-40BB-BAB4-A30116594223}" type="presOf" srcId="{1A2336C6-774A-43C8-9551-0887CDB2D746}" destId="{345861E6-AD19-45FC-B249-EFBA25E5F233}" srcOrd="1" destOrd="0" presId="urn:microsoft.com/office/officeart/2005/8/layout/lProcess2"/>
    <dgm:cxn modelId="{2036159B-EF97-4ED0-A4A5-F7DA91E474BE}" type="presOf" srcId="{6CC1FEB0-DA63-4C3D-8BCA-5EBC27AADEE2}" destId="{DE62D9EB-1DDA-46E6-BDC8-8908340FDE5A}" srcOrd="0" destOrd="0" presId="urn:microsoft.com/office/officeart/2005/8/layout/lProcess2"/>
    <dgm:cxn modelId="{BEF0C6A2-FD48-43DB-A3D4-431CDFC35A7B}" type="presOf" srcId="{421829D9-FA6D-482F-9289-39CA562E5A2A}" destId="{3DC595BB-9C7F-41A2-85C9-2BE6222497A6}" srcOrd="1" destOrd="0" presId="urn:microsoft.com/office/officeart/2005/8/layout/lProcess2"/>
    <dgm:cxn modelId="{4FB4C6BA-DDB7-41CD-B88A-8080BBB28D0F}" srcId="{421829D9-FA6D-482F-9289-39CA562E5A2A}" destId="{AC68DC95-CE4C-4C40-B35F-941623D59D69}" srcOrd="0" destOrd="0" parTransId="{B749E34A-0053-48B8-9AD5-FDD8FBF9C3A4}" sibTransId="{11EE65CC-1BD0-41D7-8244-8393CB8598BC}"/>
    <dgm:cxn modelId="{8FEA2CD6-54EA-4790-8B14-1A1C327799B7}" type="presOf" srcId="{021746BC-9B10-45C9-9797-4A6DB208BDC1}" destId="{38DB0444-CBD4-48E7-81ED-ED74EA8171BE}" srcOrd="0" destOrd="0" presId="urn:microsoft.com/office/officeart/2005/8/layout/lProcess2"/>
    <dgm:cxn modelId="{C78019DA-97B5-4CB2-B016-820EFB99D220}" srcId="{FE765419-D392-427B-81DE-E30F4E931999}" destId="{421829D9-FA6D-482F-9289-39CA562E5A2A}" srcOrd="2" destOrd="0" parTransId="{012B2EEB-A497-4527-909A-F7F9796151E3}" sibTransId="{26CC6BB2-1B09-4620-93C2-A6F43226F7A8}"/>
    <dgm:cxn modelId="{7C2DA9EB-1D1B-424A-A7B3-D59A780A307E}" type="presOf" srcId="{AC68DC95-CE4C-4C40-B35F-941623D59D69}" destId="{543A8FF6-D2E2-48D2-983E-8B8BF400E8F3}" srcOrd="0" destOrd="0" presId="urn:microsoft.com/office/officeart/2005/8/layout/lProcess2"/>
    <dgm:cxn modelId="{8D9165EE-0ACB-4C55-8307-06FFAEB40087}" type="presOf" srcId="{FE765419-D392-427B-81DE-E30F4E931999}" destId="{C54155F6-E3C8-42D6-8DD3-66679AD4CF6B}" srcOrd="0" destOrd="0" presId="urn:microsoft.com/office/officeart/2005/8/layout/lProcess2"/>
    <dgm:cxn modelId="{F45105EF-FB4C-474C-AFCD-8738C2F8CD25}" type="presOf" srcId="{1A2336C6-774A-43C8-9551-0887CDB2D746}" destId="{316DA3EA-1125-4282-A891-530775F77BEA}" srcOrd="0" destOrd="0" presId="urn:microsoft.com/office/officeart/2005/8/layout/lProcess2"/>
    <dgm:cxn modelId="{8B54B3FB-D501-435E-8BFE-67D3A858A01E}" type="presParOf" srcId="{C54155F6-E3C8-42D6-8DD3-66679AD4CF6B}" destId="{BBC7D9A9-213B-4555-A19E-8885B48386C0}" srcOrd="0" destOrd="0" presId="urn:microsoft.com/office/officeart/2005/8/layout/lProcess2"/>
    <dgm:cxn modelId="{7AA40E11-AC26-4B2F-936D-6397EB0E4B15}" type="presParOf" srcId="{BBC7D9A9-213B-4555-A19E-8885B48386C0}" destId="{316DA3EA-1125-4282-A891-530775F77BEA}" srcOrd="0" destOrd="0" presId="urn:microsoft.com/office/officeart/2005/8/layout/lProcess2"/>
    <dgm:cxn modelId="{E40F4064-DBFD-4681-AD9A-A7CA300B777D}" type="presParOf" srcId="{BBC7D9A9-213B-4555-A19E-8885B48386C0}" destId="{345861E6-AD19-45FC-B249-EFBA25E5F233}" srcOrd="1" destOrd="0" presId="urn:microsoft.com/office/officeart/2005/8/layout/lProcess2"/>
    <dgm:cxn modelId="{AF4F4412-8389-464A-8FE0-142813668128}" type="presParOf" srcId="{BBC7D9A9-213B-4555-A19E-8885B48386C0}" destId="{BE93FFE4-0EB7-44EF-8EE4-5F0E68F627F7}" srcOrd="2" destOrd="0" presId="urn:microsoft.com/office/officeart/2005/8/layout/lProcess2"/>
    <dgm:cxn modelId="{84F8D2C3-75C2-4C45-AD49-7E2C91BCC4F5}" type="presParOf" srcId="{BE93FFE4-0EB7-44EF-8EE4-5F0E68F627F7}" destId="{602FCEA9-163A-4A1A-B9AE-706C588255F0}" srcOrd="0" destOrd="0" presId="urn:microsoft.com/office/officeart/2005/8/layout/lProcess2"/>
    <dgm:cxn modelId="{F7E01201-C048-44B9-8ACC-99E84E0FE32E}" type="presParOf" srcId="{602FCEA9-163A-4A1A-B9AE-706C588255F0}" destId="{DE62D9EB-1DDA-46E6-BDC8-8908340FDE5A}" srcOrd="0" destOrd="0" presId="urn:microsoft.com/office/officeart/2005/8/layout/lProcess2"/>
    <dgm:cxn modelId="{E62FDA92-60AF-4F89-AFDC-F3C21BA10802}" type="presParOf" srcId="{C54155F6-E3C8-42D6-8DD3-66679AD4CF6B}" destId="{338C9D53-389B-4E2E-ADCC-EBD434C47E93}" srcOrd="1" destOrd="0" presId="urn:microsoft.com/office/officeart/2005/8/layout/lProcess2"/>
    <dgm:cxn modelId="{662A82AF-7651-4C0D-AD0D-E44A484BAD5F}" type="presParOf" srcId="{C54155F6-E3C8-42D6-8DD3-66679AD4CF6B}" destId="{9FD8F269-33D2-48A0-9EAB-FD0E462DBACD}" srcOrd="2" destOrd="0" presId="urn:microsoft.com/office/officeart/2005/8/layout/lProcess2"/>
    <dgm:cxn modelId="{61D32C61-2F78-4510-9664-30FDB5EA5CF8}" type="presParOf" srcId="{9FD8F269-33D2-48A0-9EAB-FD0E462DBACD}" destId="{0FC41FF3-245F-4EE8-AE4B-46E2F4379D6C}" srcOrd="0" destOrd="0" presId="urn:microsoft.com/office/officeart/2005/8/layout/lProcess2"/>
    <dgm:cxn modelId="{21338895-57B6-4EF6-A796-56489251AAFB}" type="presParOf" srcId="{9FD8F269-33D2-48A0-9EAB-FD0E462DBACD}" destId="{A802DA71-9B1F-4E2A-90AD-B097BD4FE0AF}" srcOrd="1" destOrd="0" presId="urn:microsoft.com/office/officeart/2005/8/layout/lProcess2"/>
    <dgm:cxn modelId="{7A370D3D-693E-4E36-AFC1-3E02BC574382}" type="presParOf" srcId="{9FD8F269-33D2-48A0-9EAB-FD0E462DBACD}" destId="{04651990-5B54-4E48-8028-A81599147F2E}" srcOrd="2" destOrd="0" presId="urn:microsoft.com/office/officeart/2005/8/layout/lProcess2"/>
    <dgm:cxn modelId="{BF2A148B-AFC5-4680-A759-766150D77148}" type="presParOf" srcId="{04651990-5B54-4E48-8028-A81599147F2E}" destId="{DDF01803-69DB-4ED7-BC1F-76BAB28A3FA4}" srcOrd="0" destOrd="0" presId="urn:microsoft.com/office/officeart/2005/8/layout/lProcess2"/>
    <dgm:cxn modelId="{4934C42F-277A-416D-AB88-C60DBA5917D7}" type="presParOf" srcId="{DDF01803-69DB-4ED7-BC1F-76BAB28A3FA4}" destId="{38DB0444-CBD4-48E7-81ED-ED74EA8171BE}" srcOrd="0" destOrd="0" presId="urn:microsoft.com/office/officeart/2005/8/layout/lProcess2"/>
    <dgm:cxn modelId="{A18892F5-2FBB-4644-BB9C-6D014A9D2BE5}" type="presParOf" srcId="{C54155F6-E3C8-42D6-8DD3-66679AD4CF6B}" destId="{B165BB4C-0373-4156-B367-C2A68ECA4E54}" srcOrd="3" destOrd="0" presId="urn:microsoft.com/office/officeart/2005/8/layout/lProcess2"/>
    <dgm:cxn modelId="{9E618761-73F2-43B0-84A8-BC335562A9F6}" type="presParOf" srcId="{C54155F6-E3C8-42D6-8DD3-66679AD4CF6B}" destId="{77354299-D012-47E5-860C-9C9D19771541}" srcOrd="4" destOrd="0" presId="urn:microsoft.com/office/officeart/2005/8/layout/lProcess2"/>
    <dgm:cxn modelId="{EA1D4F4F-A858-4F6A-A242-646278B4A6DC}" type="presParOf" srcId="{77354299-D012-47E5-860C-9C9D19771541}" destId="{70F04C1E-DE81-4425-BD70-CBA2686113B6}" srcOrd="0" destOrd="0" presId="urn:microsoft.com/office/officeart/2005/8/layout/lProcess2"/>
    <dgm:cxn modelId="{75B6419C-BDEB-4D1F-9B6B-4A4B192145E2}" type="presParOf" srcId="{77354299-D012-47E5-860C-9C9D19771541}" destId="{3DC595BB-9C7F-41A2-85C9-2BE6222497A6}" srcOrd="1" destOrd="0" presId="urn:microsoft.com/office/officeart/2005/8/layout/lProcess2"/>
    <dgm:cxn modelId="{3ACECCA0-4F5E-463D-9325-22AF263823B7}" type="presParOf" srcId="{77354299-D012-47E5-860C-9C9D19771541}" destId="{1F0FF727-517C-469A-9D10-777724DFFD74}" srcOrd="2" destOrd="0" presId="urn:microsoft.com/office/officeart/2005/8/layout/lProcess2"/>
    <dgm:cxn modelId="{B6D6DB73-9EA7-4E6F-A90E-93FC8701FB4C}" type="presParOf" srcId="{1F0FF727-517C-469A-9D10-777724DFFD74}" destId="{A4394DCB-1F26-4F47-AF0E-74E519AB03AA}" srcOrd="0" destOrd="0" presId="urn:microsoft.com/office/officeart/2005/8/layout/lProcess2"/>
    <dgm:cxn modelId="{3CDAAD4A-FF76-4696-A132-AE7A616271A3}" type="presParOf" srcId="{A4394DCB-1F26-4F47-AF0E-74E519AB03AA}" destId="{543A8FF6-D2E2-48D2-983E-8B8BF400E8F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DA3EA-1125-4282-A891-530775F77BEA}">
      <dsp:nvSpPr>
        <dsp:cNvPr id="0" name=""/>
        <dsp:cNvSpPr/>
      </dsp:nvSpPr>
      <dsp:spPr>
        <a:xfrm>
          <a:off x="1172" y="0"/>
          <a:ext cx="3047759" cy="32940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Aplikasi</a:t>
          </a:r>
          <a:r>
            <a:rPr lang="en-US" sz="3200" kern="1200" dirty="0"/>
            <a:t> SIMRS</a:t>
          </a:r>
        </a:p>
      </dsp:txBody>
      <dsp:txXfrm>
        <a:off x="1172" y="0"/>
        <a:ext cx="3047759" cy="988218"/>
      </dsp:txXfrm>
    </dsp:sp>
    <dsp:sp modelId="{DE62D9EB-1DDA-46E6-BDC8-8908340FDE5A}">
      <dsp:nvSpPr>
        <dsp:cNvPr id="0" name=""/>
        <dsp:cNvSpPr/>
      </dsp:nvSpPr>
      <dsp:spPr>
        <a:xfrm>
          <a:off x="305948" y="988218"/>
          <a:ext cx="2438207" cy="2141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Penyediaan</a:t>
          </a:r>
          <a:r>
            <a:rPr lang="en-US" sz="2000" kern="1200" dirty="0"/>
            <a:t> data </a:t>
          </a:r>
          <a:r>
            <a:rPr lang="en-US" sz="2000" kern="1200" dirty="0" err="1"/>
            <a:t>interkoneksi</a:t>
          </a:r>
          <a:r>
            <a:rPr lang="en-US" sz="2000" kern="1200" dirty="0"/>
            <a:t> </a:t>
          </a:r>
          <a:r>
            <a:rPr lang="en-US" sz="2000" kern="1200" dirty="0" err="1"/>
            <a:t>dengan</a:t>
          </a:r>
          <a:r>
            <a:rPr lang="en-US" sz="2000" kern="1200" dirty="0"/>
            <a:t> format CSV</a:t>
          </a:r>
        </a:p>
      </dsp:txBody>
      <dsp:txXfrm>
        <a:off x="368660" y="1050930"/>
        <a:ext cx="2312783" cy="2015716"/>
      </dsp:txXfrm>
    </dsp:sp>
    <dsp:sp modelId="{0FC41FF3-245F-4EE8-AE4B-46E2F4379D6C}">
      <dsp:nvSpPr>
        <dsp:cNvPr id="0" name=""/>
        <dsp:cNvSpPr/>
      </dsp:nvSpPr>
      <dsp:spPr>
        <a:xfrm>
          <a:off x="3277514" y="0"/>
          <a:ext cx="3047759" cy="32940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Table Temporary API</a:t>
          </a:r>
        </a:p>
      </dsp:txBody>
      <dsp:txXfrm>
        <a:off x="3277514" y="0"/>
        <a:ext cx="3047759" cy="988218"/>
      </dsp:txXfrm>
    </dsp:sp>
    <dsp:sp modelId="{38DB0444-CBD4-48E7-81ED-ED74EA8171BE}">
      <dsp:nvSpPr>
        <dsp:cNvPr id="0" name=""/>
        <dsp:cNvSpPr/>
      </dsp:nvSpPr>
      <dsp:spPr>
        <a:xfrm>
          <a:off x="3582290" y="988218"/>
          <a:ext cx="2438207" cy="2141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Masuk </a:t>
          </a:r>
          <a:r>
            <a:rPr lang="en-US" sz="2400" kern="1200" dirty="0" err="1"/>
            <a:t>ke</a:t>
          </a:r>
          <a:r>
            <a:rPr lang="en-US" sz="2400" kern="1200" dirty="0"/>
            <a:t> table temporary API</a:t>
          </a:r>
        </a:p>
      </dsp:txBody>
      <dsp:txXfrm>
        <a:off x="3645002" y="1050930"/>
        <a:ext cx="2312783" cy="2015716"/>
      </dsp:txXfrm>
    </dsp:sp>
    <dsp:sp modelId="{70F04C1E-DE81-4425-BD70-CBA2686113B6}">
      <dsp:nvSpPr>
        <dsp:cNvPr id="0" name=""/>
        <dsp:cNvSpPr/>
      </dsp:nvSpPr>
      <dsp:spPr>
        <a:xfrm>
          <a:off x="6553855" y="0"/>
          <a:ext cx="3047759" cy="32940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Aplikasi</a:t>
          </a:r>
          <a:r>
            <a:rPr lang="en-US" sz="1900" kern="1200" dirty="0"/>
            <a:t> SAKTI Modul </a:t>
          </a:r>
          <a:r>
            <a:rPr lang="en-US" sz="1900" kern="1200" dirty="0" err="1"/>
            <a:t>Komitmen</a:t>
          </a:r>
          <a:r>
            <a:rPr lang="en-US" sz="1900" kern="1200" dirty="0"/>
            <a:t> dan </a:t>
          </a:r>
          <a:r>
            <a:rPr lang="en-US" sz="1900" kern="1200" dirty="0" err="1"/>
            <a:t>Persediaan</a:t>
          </a:r>
          <a:endParaRPr lang="en-US" sz="1900" kern="1200" dirty="0"/>
        </a:p>
      </dsp:txBody>
      <dsp:txXfrm>
        <a:off x="6553855" y="0"/>
        <a:ext cx="3047759" cy="988218"/>
      </dsp:txXfrm>
    </dsp:sp>
    <dsp:sp modelId="{543A8FF6-D2E2-48D2-983E-8B8BF400E8F3}">
      <dsp:nvSpPr>
        <dsp:cNvPr id="0" name=""/>
        <dsp:cNvSpPr/>
      </dsp:nvSpPr>
      <dsp:spPr>
        <a:xfrm>
          <a:off x="6858631" y="988218"/>
          <a:ext cx="2438207" cy="2141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Masuk </a:t>
          </a:r>
          <a:r>
            <a:rPr lang="en-US" sz="2400" kern="1200" dirty="0" err="1"/>
            <a:t>ke</a:t>
          </a:r>
          <a:r>
            <a:rPr lang="en-US" sz="2400" kern="1200" dirty="0"/>
            <a:t> table master SAKTI</a:t>
          </a:r>
        </a:p>
      </dsp:txBody>
      <dsp:txXfrm>
        <a:off x="6921343" y="1050930"/>
        <a:ext cx="2312783" cy="2015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969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40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039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2089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850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19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4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631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589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595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47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BCC36-4F7D-4706-B2CC-0C7C6021E1C7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2DE62E3-A866-47B6-B4AF-2BB33C12C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4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05FF-AED2-FC9A-1984-C9CA54DC5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interkoneksi</a:t>
            </a:r>
            <a:r>
              <a:rPr lang="en-US" sz="4800" dirty="0"/>
              <a:t> </a:t>
            </a:r>
            <a:r>
              <a:rPr lang="en-US" sz="4800" dirty="0" err="1"/>
              <a:t>Aplikasi</a:t>
            </a:r>
            <a:r>
              <a:rPr lang="en-US" sz="4800" dirty="0"/>
              <a:t> SAKTI Modul </a:t>
            </a:r>
            <a:r>
              <a:rPr lang="en-US" sz="4800" dirty="0" err="1"/>
              <a:t>Persediaan</a:t>
            </a:r>
            <a:r>
              <a:rPr lang="en-US" sz="4800" dirty="0"/>
              <a:t> dan </a:t>
            </a:r>
            <a:r>
              <a:rPr lang="en-US" sz="4800" dirty="0" err="1"/>
              <a:t>aplikasi</a:t>
            </a:r>
            <a:r>
              <a:rPr lang="en-US" sz="4800" dirty="0"/>
              <a:t> </a:t>
            </a:r>
            <a:r>
              <a:rPr lang="en-US" sz="4800" dirty="0" err="1"/>
              <a:t>SIMrs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668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9D6A-D357-7739-ADC8-280DF29D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0CBC6-CBC7-0F2F-B3DA-F8D4FBA3E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penatausahaan</a:t>
            </a:r>
            <a:r>
              <a:rPr lang="en-US" dirty="0"/>
              <a:t> dan </a:t>
            </a:r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satker</a:t>
            </a:r>
            <a:r>
              <a:rPr lang="en-US" dirty="0"/>
              <a:t> RS BLU di </a:t>
            </a:r>
            <a:r>
              <a:rPr lang="en-US" dirty="0" err="1"/>
              <a:t>lingkup</a:t>
            </a:r>
            <a:r>
              <a:rPr lang="en-US" dirty="0"/>
              <a:t> Kementerian Kesehatan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dan </a:t>
            </a:r>
            <a:r>
              <a:rPr lang="en-US" dirty="0" err="1"/>
              <a:t>kompleksitas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. </a:t>
            </a:r>
            <a:r>
              <a:rPr lang="en-US" dirty="0" err="1"/>
              <a:t>Satker</a:t>
            </a:r>
            <a:r>
              <a:rPr lang="en-US" dirty="0"/>
              <a:t> RS BLU di </a:t>
            </a:r>
            <a:r>
              <a:rPr lang="en-US" dirty="0" err="1"/>
              <a:t>lingkup</a:t>
            </a:r>
            <a:r>
              <a:rPr lang="en-US" dirty="0"/>
              <a:t> Kementerian Kesehatan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 ( SIMRS )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unuk</a:t>
            </a:r>
            <a:r>
              <a:rPr lang="en-US" dirty="0"/>
              <a:t> </a:t>
            </a:r>
            <a:r>
              <a:rPr lang="en-US" dirty="0" err="1"/>
              <a:t>pengelolaan</a:t>
            </a:r>
            <a:r>
              <a:rPr lang="en-US" dirty="0"/>
              <a:t> dan </a:t>
            </a:r>
            <a:r>
              <a:rPr lang="en-US" dirty="0" err="1"/>
              <a:t>penatausahaan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dan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SAKTI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menyebabkan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pengelolaan</a:t>
            </a:r>
            <a:r>
              <a:rPr lang="en-US" dirty="0"/>
              <a:t>, </a:t>
            </a:r>
            <a:r>
              <a:rPr lang="en-US" dirty="0" err="1"/>
              <a:t>penatausahaan</a:t>
            </a:r>
            <a:r>
              <a:rPr lang="en-US" dirty="0"/>
              <a:t> dan </a:t>
            </a:r>
            <a:r>
              <a:rPr lang="en-US" dirty="0" err="1"/>
              <a:t>pencatatan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satker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melakuakn</a:t>
            </a:r>
            <a:r>
              <a:rPr lang="en-US" dirty="0"/>
              <a:t> 2 kali </a:t>
            </a:r>
            <a:r>
              <a:rPr lang="en-US" dirty="0" err="1"/>
              <a:t>penginputan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437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497E-5998-E187-8DAF-23097726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5411-FEF1-69FF-D121-1B6B3ECD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2022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satker</a:t>
            </a:r>
            <a:r>
              <a:rPr lang="en-US" dirty="0"/>
              <a:t> RS BLU di </a:t>
            </a:r>
            <a:r>
              <a:rPr lang="en-US" dirty="0" err="1"/>
              <a:t>lingkup</a:t>
            </a:r>
            <a:r>
              <a:rPr lang="en-US" dirty="0"/>
              <a:t> Kementerian Kesehatan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SAKTI,  pada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memang</a:t>
            </a:r>
            <a:r>
              <a:rPr lang="en-US" dirty="0"/>
              <a:t> </a:t>
            </a:r>
            <a:r>
              <a:rPr lang="en-US" dirty="0" err="1"/>
              <a:t>difasilitasi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upload data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,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 ( SIMRS )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.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dilakuakn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interkoneksi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SAKTI dan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 </a:t>
            </a:r>
            <a:r>
              <a:rPr lang="en-US" dirty="0" err="1"/>
              <a:t>satker</a:t>
            </a:r>
            <a:r>
              <a:rPr lang="en-US" dirty="0"/>
              <a:t> RS BLU ( SIMRS )</a:t>
            </a:r>
          </a:p>
        </p:txBody>
      </p:sp>
    </p:spTree>
    <p:extLst>
      <p:ext uri="{BB962C8B-B14F-4D97-AF65-F5344CB8AC3E}">
        <p14:creationId xmlns:p14="http://schemas.microsoft.com/office/powerpoint/2010/main" val="3053365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B8C2-CB02-0754-6493-6B108789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interkoneksi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sakti</a:t>
            </a:r>
            <a:r>
              <a:rPr lang="en-US" dirty="0"/>
              <a:t> dan </a:t>
            </a:r>
            <a:r>
              <a:rPr lang="en-US" dirty="0" err="1"/>
              <a:t>simrs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64C38-8F4E-E8F4-0012-1889C0D5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Pada proses </a:t>
            </a:r>
            <a:r>
              <a:rPr lang="en-US" dirty="0" err="1"/>
              <a:t>interkoneksi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meliputi</a:t>
            </a:r>
            <a:r>
              <a:rPr lang="en-US" dirty="0"/>
              <a:t> 2 ( </a:t>
            </a:r>
            <a:r>
              <a:rPr lang="en-US" dirty="0" err="1"/>
              <a:t>dua</a:t>
            </a:r>
            <a:r>
              <a:rPr lang="en-US" dirty="0"/>
              <a:t> ) </a:t>
            </a:r>
            <a:r>
              <a:rPr lang="en-US" dirty="0" err="1"/>
              <a:t>modul</a:t>
            </a:r>
            <a:r>
              <a:rPr lang="en-US" dirty="0"/>
              <a:t> pada </a:t>
            </a:r>
            <a:r>
              <a:rPr lang="en-US" dirty="0" err="1"/>
              <a:t>aplikasi</a:t>
            </a:r>
            <a:r>
              <a:rPr lang="en-US" dirty="0"/>
              <a:t> SAKTI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komitmen</a:t>
            </a:r>
            <a:r>
              <a:rPr lang="en-US" dirty="0"/>
              <a:t> dan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.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melibatkan</a:t>
            </a:r>
            <a:r>
              <a:rPr lang="en-US" dirty="0"/>
              <a:t> 2 </a:t>
            </a:r>
            <a:r>
              <a:rPr lang="en-US" dirty="0" err="1"/>
              <a:t>modul</a:t>
            </a:r>
            <a:r>
              <a:rPr lang="en-US" dirty="0"/>
              <a:t> di </a:t>
            </a:r>
            <a:r>
              <a:rPr lang="en-US" dirty="0" err="1"/>
              <a:t>aplikasi</a:t>
            </a:r>
            <a:r>
              <a:rPr lang="en-US" dirty="0"/>
              <a:t> SAKTI?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pencatatan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perekaman</a:t>
            </a:r>
            <a:r>
              <a:rPr lang="en-US" dirty="0"/>
              <a:t> BAST dan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diinterkoneksikan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Komitmen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Pendetilan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diinterkoneksikan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.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non </a:t>
            </a:r>
            <a:r>
              <a:rPr lang="en-US" dirty="0" err="1"/>
              <a:t>pembelian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diinterkoneksikan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persediaan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4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D219-9B39-4134-AB9C-D5F7E7B9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interkoneksi</a:t>
            </a:r>
            <a:r>
              <a:rPr lang="en-US" dirty="0"/>
              <a:t> </a:t>
            </a:r>
            <a:r>
              <a:rPr lang="en-US" dirty="0" err="1"/>
              <a:t>apliaksi</a:t>
            </a:r>
            <a:r>
              <a:rPr lang="en-US" dirty="0"/>
              <a:t> </a:t>
            </a:r>
            <a:r>
              <a:rPr lang="en-US" dirty="0" err="1"/>
              <a:t>sakti</a:t>
            </a:r>
            <a:r>
              <a:rPr lang="en-US" dirty="0"/>
              <a:t> dan </a:t>
            </a:r>
            <a:r>
              <a:rPr lang="en-US" dirty="0" err="1"/>
              <a:t>simRS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F5C4-7683-4CFA-25DC-13AB70136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Pada proses </a:t>
            </a:r>
            <a:r>
              <a:rPr lang="en-US" dirty="0" err="1"/>
              <a:t>interkoneksi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SAKTI dan SIMRS, </a:t>
            </a:r>
            <a:r>
              <a:rPr lang="en-US" dirty="0" err="1"/>
              <a:t>aplikasi</a:t>
            </a:r>
            <a:r>
              <a:rPr lang="en-US" dirty="0"/>
              <a:t> SIMRS masing-masing RS BLU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menyiapkan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dikirim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SAKTI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format file csv.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Data BAST ( </a:t>
            </a:r>
            <a:r>
              <a:rPr lang="en-US" dirty="0" err="1"/>
              <a:t>interkoneksi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komitmen</a:t>
            </a:r>
            <a:r>
              <a:rPr lang="en-US" dirty="0"/>
              <a:t> ) dan </a:t>
            </a:r>
          </a:p>
          <a:p>
            <a:pPr marL="457200" indent="-457200">
              <a:buAutoNum type="arabicPeriod"/>
            </a:pPr>
            <a:r>
              <a:rPr lang="en-US" dirty="0"/>
              <a:t>Data </a:t>
            </a:r>
            <a:r>
              <a:rPr lang="en-US" dirty="0" err="1"/>
              <a:t>Transkasi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Refrensi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( </a:t>
            </a:r>
            <a:r>
              <a:rPr lang="en-US" dirty="0" err="1"/>
              <a:t>interkoneksi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27827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4B8F-BA0D-B9CC-64E6-303A659D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Interkoneksi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DA9BAD-9DB2-CB75-EA4F-673FF02CF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126992"/>
              </p:ext>
            </p:extLst>
          </p:nvPr>
        </p:nvGraphicFramePr>
        <p:xfrm>
          <a:off x="1130300" y="2171700"/>
          <a:ext cx="9602788" cy="329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E5AC2F4-D1E2-52F4-9274-72A0F732FEAE}"/>
              </a:ext>
            </a:extLst>
          </p:cNvPr>
          <p:cNvSpPr/>
          <p:nvPr/>
        </p:nvSpPr>
        <p:spPr>
          <a:xfrm>
            <a:off x="4096871" y="3863788"/>
            <a:ext cx="977153" cy="510988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504AE94-A04A-CF22-7A70-0263F50F9713}"/>
              </a:ext>
            </a:extLst>
          </p:cNvPr>
          <p:cNvSpPr/>
          <p:nvPr/>
        </p:nvSpPr>
        <p:spPr>
          <a:xfrm>
            <a:off x="7386919" y="3863788"/>
            <a:ext cx="1102657" cy="510988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7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865F-8B6A-5348-5F0B-E175EC97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Kamus data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persediaan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D6837A-3E47-750A-29DC-067765515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824" y="2016125"/>
            <a:ext cx="9224682" cy="3766110"/>
          </a:xfrm>
        </p:spPr>
      </p:pic>
    </p:spTree>
    <p:extLst>
      <p:ext uri="{BB962C8B-B14F-4D97-AF65-F5344CB8AC3E}">
        <p14:creationId xmlns:p14="http://schemas.microsoft.com/office/powerpoint/2010/main" val="338446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FAD3-2496-4D2C-EC08-E08B2271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Kamus data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persediaan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F5C043-18C2-676C-4C04-D8E41F46E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020" y="2171700"/>
            <a:ext cx="9397348" cy="3294063"/>
          </a:xfrm>
        </p:spPr>
      </p:pic>
    </p:spTree>
    <p:extLst>
      <p:ext uri="{BB962C8B-B14F-4D97-AF65-F5344CB8AC3E}">
        <p14:creationId xmlns:p14="http://schemas.microsoft.com/office/powerpoint/2010/main" val="135782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81E2-40B9-35A0-F3F5-2FCA5F84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interkoneksi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379C0-7479-33F6-3D36-057397320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Interkoneksi</a:t>
            </a:r>
            <a:r>
              <a:rPr lang="en-US" dirty="0"/>
              <a:t>,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yang di </a:t>
            </a:r>
            <a:r>
              <a:rPr lang="en-US" dirty="0" err="1"/>
              <a:t>fasilitasi</a:t>
            </a:r>
            <a:r>
              <a:rPr lang="en-US" dirty="0"/>
              <a:t> :</a:t>
            </a:r>
          </a:p>
          <a:p>
            <a:pPr marL="457200" indent="-457200" algn="just">
              <a:buAutoNum type="arabicPeriod"/>
            </a:pPr>
            <a:r>
              <a:rPr lang="en-US" dirty="0"/>
              <a:t>Menu </a:t>
            </a:r>
            <a:r>
              <a:rPr lang="en-US" dirty="0" err="1"/>
              <a:t>Pembelian</a:t>
            </a:r>
            <a:r>
              <a:rPr lang="en-US" dirty="0"/>
              <a:t> ( M02 )</a:t>
            </a:r>
          </a:p>
          <a:p>
            <a:pPr marL="457200" indent="-457200" algn="just">
              <a:buAutoNum type="arabicPeriod"/>
            </a:pPr>
            <a:r>
              <a:rPr lang="en-US" dirty="0"/>
              <a:t>Menu </a:t>
            </a:r>
            <a:r>
              <a:rPr lang="en-US" dirty="0" err="1"/>
              <a:t>Perolehan</a:t>
            </a:r>
            <a:r>
              <a:rPr lang="en-US" dirty="0"/>
              <a:t> lain ( M06 )</a:t>
            </a:r>
          </a:p>
          <a:p>
            <a:pPr marL="457200" indent="-457200" algn="just">
              <a:buAutoNum type="arabicPeriod"/>
            </a:pPr>
            <a:r>
              <a:rPr lang="en-US" dirty="0"/>
              <a:t>Menu </a:t>
            </a:r>
            <a:r>
              <a:rPr lang="en-US" dirty="0" err="1"/>
              <a:t>Pemakaian</a:t>
            </a:r>
            <a:r>
              <a:rPr lang="en-US" dirty="0"/>
              <a:t> ( K01 )</a:t>
            </a:r>
          </a:p>
        </p:txBody>
      </p:sp>
    </p:spTree>
    <p:extLst>
      <p:ext uri="{BB962C8B-B14F-4D97-AF65-F5344CB8AC3E}">
        <p14:creationId xmlns:p14="http://schemas.microsoft.com/office/powerpoint/2010/main" val="117106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42F8-7AA9-27CE-2E64-87EF1B49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Mekanisme</a:t>
            </a:r>
            <a:r>
              <a:rPr lang="en-US" dirty="0"/>
              <a:t> Upload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A576-28F6-9D36-8F04-4553AE247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Menu </a:t>
            </a:r>
            <a:r>
              <a:rPr lang="en-US" dirty="0" err="1"/>
              <a:t>pembelian</a:t>
            </a:r>
            <a:r>
              <a:rPr lang="en-US" dirty="0"/>
              <a:t> ( M01) </a:t>
            </a:r>
            <a:r>
              <a:rPr lang="en-US" dirty="0" err="1"/>
              <a:t>diupload</a:t>
            </a:r>
            <a:r>
              <a:rPr lang="en-US" dirty="0"/>
              <a:t> </a:t>
            </a:r>
            <a:r>
              <a:rPr lang="en-US" dirty="0" err="1"/>
              <a:t>bersamaan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upload data BAST di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komitmen</a:t>
            </a:r>
            <a:r>
              <a:rPr lang="en-US" dirty="0"/>
              <a:t>. Proses upload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(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BAST 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Menu </a:t>
            </a:r>
            <a:r>
              <a:rPr lang="en-US" dirty="0" err="1"/>
              <a:t>Perolehan</a:t>
            </a:r>
            <a:r>
              <a:rPr lang="en-US" dirty="0"/>
              <a:t> lain ( M06 ), </a:t>
            </a:r>
            <a:r>
              <a:rPr lang="en-US" dirty="0" err="1"/>
              <a:t>diupload</a:t>
            </a:r>
            <a:r>
              <a:rPr lang="en-US" dirty="0"/>
              <a:t> per </a:t>
            </a:r>
            <a:r>
              <a:rPr lang="en-US" dirty="0" err="1"/>
              <a:t>periode</a:t>
            </a:r>
            <a:r>
              <a:rPr lang="en-US" dirty="0"/>
              <a:t> ( per </a:t>
            </a:r>
            <a:r>
              <a:rPr lang="en-US" dirty="0" err="1"/>
              <a:t>bulan</a:t>
            </a:r>
            <a:r>
              <a:rPr lang="en-US" dirty="0"/>
              <a:t> 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1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row dan </a:t>
            </a:r>
            <a:r>
              <a:rPr lang="en-US" dirty="0" err="1"/>
              <a:t>kuantitas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totalnya</a:t>
            </a:r>
            <a:r>
              <a:rPr lang="en-US" dirty="0"/>
              <a:t> di </a:t>
            </a:r>
            <a:r>
              <a:rPr lang="en-US" dirty="0" err="1"/>
              <a:t>akumulasi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Menu </a:t>
            </a:r>
            <a:r>
              <a:rPr lang="en-US" dirty="0" err="1"/>
              <a:t>Pemakaian</a:t>
            </a:r>
            <a:r>
              <a:rPr lang="en-US" dirty="0"/>
              <a:t> ( K01 ), </a:t>
            </a:r>
            <a:r>
              <a:rPr lang="en-US" dirty="0" err="1"/>
              <a:t>diupload</a:t>
            </a:r>
            <a:r>
              <a:rPr lang="en-US" dirty="0"/>
              <a:t> per </a:t>
            </a:r>
            <a:r>
              <a:rPr lang="en-US" dirty="0" err="1"/>
              <a:t>periode</a:t>
            </a:r>
            <a:r>
              <a:rPr lang="en-US" dirty="0"/>
              <a:t> ( per </a:t>
            </a:r>
            <a:r>
              <a:rPr lang="en-US" dirty="0" err="1"/>
              <a:t>bulan</a:t>
            </a:r>
            <a:r>
              <a:rPr lang="en-US" dirty="0"/>
              <a:t> 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1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row dan </a:t>
            </a:r>
            <a:r>
              <a:rPr lang="en-US" dirty="0" err="1"/>
              <a:t>kuantitas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totalnya</a:t>
            </a:r>
            <a:r>
              <a:rPr lang="en-US" dirty="0"/>
              <a:t> di </a:t>
            </a:r>
            <a:r>
              <a:rPr lang="en-US" dirty="0" err="1"/>
              <a:t>akumulasi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342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EDE5-6346-4490-A684-FDC939F7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data BAST dan Pembelian Persediaan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FF5F8-381B-7305-7F9B-037D0A5B2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479176"/>
            <a:ext cx="9603275" cy="3987169"/>
          </a:xfrm>
        </p:spPr>
        <p:txBody>
          <a:bodyPr/>
          <a:lstStyle/>
          <a:p>
            <a:r>
              <a:rPr lang="en-US" dirty="0"/>
              <a:t>Pada proses upload </a:t>
            </a:r>
            <a:r>
              <a:rPr lang="en-US" dirty="0" err="1"/>
              <a:t>adk</a:t>
            </a:r>
            <a:r>
              <a:rPr lang="en-US" dirty="0"/>
              <a:t> BAST, </a:t>
            </a:r>
            <a:r>
              <a:rPr lang="en-US" dirty="0" err="1"/>
              <a:t>akan</a:t>
            </a:r>
            <a:r>
              <a:rPr lang="en-US" dirty="0"/>
              <a:t> sekaligus </a:t>
            </a:r>
            <a:r>
              <a:rPr lang="en-US" dirty="0" err="1"/>
              <a:t>mengupload</a:t>
            </a:r>
            <a:r>
              <a:rPr lang="en-US" dirty="0"/>
              <a:t> 16 digit </a:t>
            </a:r>
            <a:r>
              <a:rPr lang="en-US" dirty="0" err="1"/>
              <a:t>kode</a:t>
            </a:r>
            <a:r>
              <a:rPr lang="en-US" dirty="0"/>
              <a:t> barang persediaan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untuk </a:t>
            </a:r>
            <a:r>
              <a:rPr lang="en-US" dirty="0" err="1"/>
              <a:t>transaksi</a:t>
            </a:r>
            <a:r>
              <a:rPr lang="en-US" dirty="0"/>
              <a:t> pembelian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F5A17-ED7B-7948-61E7-77BB2DF7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224" y="2303929"/>
            <a:ext cx="7503459" cy="326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16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5AFA5-5DDD-EB02-97F8-44171E8F7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317812"/>
            <a:ext cx="9603275" cy="4148533"/>
          </a:xfrm>
        </p:spPr>
        <p:txBody>
          <a:bodyPr/>
          <a:lstStyle/>
          <a:p>
            <a:r>
              <a:rPr lang="en-US" dirty="0"/>
              <a:t>Data ADK BAST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membawa</a:t>
            </a:r>
            <a:r>
              <a:rPr lang="en-US" dirty="0"/>
              <a:t> data </a:t>
            </a:r>
            <a:r>
              <a:rPr lang="en-US" dirty="0" err="1"/>
              <a:t>kode</a:t>
            </a:r>
            <a:r>
              <a:rPr lang="en-US" dirty="0"/>
              <a:t> barang16 digit dan </a:t>
            </a:r>
            <a:r>
              <a:rPr lang="en-US" dirty="0" err="1"/>
              <a:t>akan</a:t>
            </a:r>
            <a:r>
              <a:rPr lang="en-US" dirty="0"/>
              <a:t> masuk sebagai </a:t>
            </a:r>
            <a:r>
              <a:rPr lang="en-US" dirty="0" err="1"/>
              <a:t>transaksi</a:t>
            </a:r>
            <a:r>
              <a:rPr lang="en-US" dirty="0"/>
              <a:t> pembelian,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B9B98-2242-290A-4CAB-58A65E573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470" y="2126255"/>
            <a:ext cx="8113059" cy="341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75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22CD3-D428-0342-7FC0-6AFF22D6C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084729"/>
            <a:ext cx="9603275" cy="4381616"/>
          </a:xfrm>
        </p:spPr>
        <p:txBody>
          <a:bodyPr/>
          <a:lstStyle/>
          <a:p>
            <a:r>
              <a:rPr lang="en-US" dirty="0" err="1"/>
              <a:t>Transaksi</a:t>
            </a:r>
            <a:r>
              <a:rPr lang="en-US" dirty="0"/>
              <a:t> pembelian langsung </a:t>
            </a:r>
            <a:r>
              <a:rPr lang="en-US" dirty="0" err="1"/>
              <a:t>terekam</a:t>
            </a:r>
            <a:r>
              <a:rPr lang="en-US" dirty="0"/>
              <a:t> sesuai </a:t>
            </a:r>
            <a:r>
              <a:rPr lang="en-US" dirty="0" err="1"/>
              <a:t>kode</a:t>
            </a:r>
            <a:r>
              <a:rPr lang="en-US" dirty="0"/>
              <a:t> barang yang </a:t>
            </a:r>
            <a:r>
              <a:rPr lang="en-US" dirty="0" err="1"/>
              <a:t>diinputkan</a:t>
            </a:r>
            <a:r>
              <a:rPr lang="en-US" dirty="0"/>
              <a:t> pada ADK BAST </a:t>
            </a:r>
            <a:r>
              <a:rPr lang="en-US" dirty="0" err="1"/>
              <a:t>tersebut</a:t>
            </a:r>
            <a:r>
              <a:rPr lang="en-US" dirty="0"/>
              <a:t>, OPR persediaan tidak perlu </a:t>
            </a:r>
            <a:r>
              <a:rPr lang="en-US" dirty="0" err="1"/>
              <a:t>melakuakn</a:t>
            </a:r>
            <a:r>
              <a:rPr lang="en-US" dirty="0"/>
              <a:t> proses </a:t>
            </a:r>
            <a:r>
              <a:rPr lang="en-US" dirty="0" err="1"/>
              <a:t>pendetilan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A9F5E-C8F4-2610-B6CA-3EB9297DA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29" y="2259105"/>
            <a:ext cx="9036424" cy="325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28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8C85-A73C-AA83-CBC8-87CD96EA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 </a:t>
            </a:r>
            <a:r>
              <a:rPr lang="en-US" dirty="0" err="1"/>
              <a:t>UPload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F66BFF-4841-A78B-C87B-CE883E302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Pada </a:t>
            </a:r>
            <a:r>
              <a:rPr lang="en-US" dirty="0" err="1"/>
              <a:t>satker</a:t>
            </a:r>
            <a:r>
              <a:rPr lang="en-US" dirty="0"/>
              <a:t> BLU </a:t>
            </a:r>
            <a:r>
              <a:rPr lang="en-US" dirty="0" err="1"/>
              <a:t>terdapat</a:t>
            </a:r>
            <a:r>
              <a:rPr lang="en-US" dirty="0"/>
              <a:t> menu upload ADK, </a:t>
            </a:r>
            <a:r>
              <a:rPr lang="en-US" dirty="0" err="1"/>
              <a:t>Yaitu</a:t>
            </a:r>
            <a:r>
              <a:rPr lang="en-US" dirty="0"/>
              <a:t> menu upload </a:t>
            </a:r>
            <a:r>
              <a:rPr lang="en-US" dirty="0" err="1"/>
              <a:t>Refrensi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satker</a:t>
            </a:r>
            <a:r>
              <a:rPr lang="en-US" dirty="0"/>
              <a:t> </a:t>
            </a:r>
            <a:r>
              <a:rPr lang="en-US" dirty="0" err="1"/>
              <a:t>induk</a:t>
            </a:r>
            <a:r>
              <a:rPr lang="en-US" dirty="0"/>
              <a:t> dan menu upload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satker</a:t>
            </a:r>
            <a:r>
              <a:rPr lang="en-US" dirty="0"/>
              <a:t> </a:t>
            </a:r>
            <a:r>
              <a:rPr lang="en-US" dirty="0" err="1"/>
              <a:t>induk</a:t>
            </a:r>
            <a:r>
              <a:rPr lang="en-US" dirty="0"/>
              <a:t> dan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satker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E0985D-B644-D503-4529-1131E90C4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81" y="2994178"/>
            <a:ext cx="2248095" cy="210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99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7C31-57A3-7D73-5EFE-6AD3BB61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Proses upload pada SAKTI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35CC-0BA9-8FEC-C56E-FAA5970A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69" y="1658471"/>
            <a:ext cx="9603275" cy="329457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upload ADK </a:t>
            </a:r>
            <a:r>
              <a:rPr lang="en-US" dirty="0" err="1"/>
              <a:t>Referensi</a:t>
            </a:r>
            <a:r>
              <a:rPr lang="en-US" dirty="0"/>
              <a:t> ( </a:t>
            </a:r>
            <a:r>
              <a:rPr lang="en-US" dirty="0" err="1"/>
              <a:t>hanya</a:t>
            </a:r>
            <a:r>
              <a:rPr lang="en-US" dirty="0"/>
              <a:t> di </a:t>
            </a:r>
            <a:r>
              <a:rPr lang="en-US" dirty="0" err="1"/>
              <a:t>satker</a:t>
            </a:r>
            <a:r>
              <a:rPr lang="en-US" dirty="0"/>
              <a:t> </a:t>
            </a:r>
            <a:r>
              <a:rPr lang="en-US" dirty="0" err="1"/>
              <a:t>induk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5F1F6-9434-14E8-7E2C-1477EB884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564" y="2214282"/>
            <a:ext cx="7530353" cy="344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35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DC2B-E60C-B228-246B-8144C326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Proses Upload Pada SAKTI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0002-1544-6C08-C0AC-44AE261F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730188"/>
            <a:ext cx="9603275" cy="373615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Form upload data </a:t>
            </a:r>
            <a:r>
              <a:rPr lang="en-US" dirty="0" err="1"/>
              <a:t>transaksi</a:t>
            </a:r>
            <a:r>
              <a:rPr lang="en-US" dirty="0"/>
              <a:t> pada </a:t>
            </a:r>
            <a:r>
              <a:rPr lang="en-US" dirty="0" err="1"/>
              <a:t>aplikasi</a:t>
            </a:r>
            <a:r>
              <a:rPr lang="en-US" dirty="0"/>
              <a:t> SAKTI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F98AEC2-8024-6AAB-3523-42CA5699B8AD}"/>
              </a:ext>
            </a:extLst>
          </p:cNvPr>
          <p:cNvGrpSpPr>
            <a:grpSpLocks/>
          </p:cNvGrpSpPr>
          <p:nvPr/>
        </p:nvGrpSpPr>
        <p:grpSpPr bwMode="auto">
          <a:xfrm>
            <a:off x="1763319" y="2375033"/>
            <a:ext cx="8337176" cy="3091312"/>
            <a:chOff x="1673" y="1697"/>
            <a:chExt cx="14348" cy="8072"/>
          </a:xfrm>
        </p:grpSpPr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0C805009-1165-14ED-8F3C-4D121DC4A0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2" y="4726"/>
              <a:ext cx="2589" cy="2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7546BDC-A4F0-DEE7-3B81-8468D14D8C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30" y="5575"/>
              <a:ext cx="28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>
              <a:extLst>
                <a:ext uri="{FF2B5EF4-FFF2-40B4-BE49-F238E27FC236}">
                  <a16:creationId xmlns:a16="http://schemas.microsoft.com/office/drawing/2014/main" id="{519F18D4-A67D-FA6B-EBCE-9F808578D7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2" y="1696"/>
              <a:ext cx="14348" cy="8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9871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F091-8789-DF31-AC0B-4FB9C49C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Proses upload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2AA2C-BFE8-C458-5538-068C8346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550894"/>
            <a:ext cx="9603275" cy="391545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Setelah</a:t>
            </a:r>
            <a:r>
              <a:rPr lang="en-US" dirty="0"/>
              <a:t> proses upload data </a:t>
            </a:r>
            <a:r>
              <a:rPr lang="en-US" dirty="0" err="1"/>
              <a:t>selesai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form </a:t>
            </a:r>
            <a:r>
              <a:rPr lang="en-US" dirty="0" err="1"/>
              <a:t>perekaman</a:t>
            </a:r>
            <a:r>
              <a:rPr lang="en-US" dirty="0"/>
              <a:t> </a:t>
            </a:r>
            <a:r>
              <a:rPr lang="en-US" dirty="0" err="1"/>
              <a:t>transaksi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90E14-9814-710F-D815-A0E63BD7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94" y="2730920"/>
            <a:ext cx="6786284" cy="273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56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3617-398B-5882-F6F2-0649C18E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persetujuan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8C098-2652-718D-E76A-09161576D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siap</a:t>
            </a:r>
            <a:r>
              <a:rPr lang="en-US" dirty="0"/>
              <a:t> </a:t>
            </a:r>
            <a:r>
              <a:rPr lang="en-US" dirty="0" err="1"/>
              <a:t>disetujui</a:t>
            </a:r>
            <a:r>
              <a:rPr lang="en-US" dirty="0"/>
              <a:t> pada user approval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0BAA7-A815-6BEA-F747-E50D9013C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3" y="3078695"/>
            <a:ext cx="7799294" cy="148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34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AE0B3-9B93-B780-FC36-B4855512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77875-BE99-1BD5-7589-6B093AAF0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DISKUSI</a:t>
            </a:r>
          </a:p>
        </p:txBody>
      </p:sp>
    </p:spTree>
    <p:extLst>
      <p:ext uri="{BB962C8B-B14F-4D97-AF65-F5344CB8AC3E}">
        <p14:creationId xmlns:p14="http://schemas.microsoft.com/office/powerpoint/2010/main" val="169007029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487</TotalTime>
  <Words>580</Words>
  <Application>Microsoft Office PowerPoint</Application>
  <PresentationFormat>Widescreen</PresentationFormat>
  <Paragraphs>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Century Gothic</vt:lpstr>
      <vt:lpstr>Gallery</vt:lpstr>
      <vt:lpstr>interkoneksi Aplikasi SAKTI Modul Persediaan dan aplikasi SIMrs</vt:lpstr>
      <vt:lpstr>Latar belakang</vt:lpstr>
      <vt:lpstr>Latar belakang</vt:lpstr>
      <vt:lpstr>Konsep interkoneksi aplikasi sakti dan simrs</vt:lpstr>
      <vt:lpstr>Data interkoneksi apliaksi sakti dan simRS</vt:lpstr>
      <vt:lpstr>Alur Interkoneksi</vt:lpstr>
      <vt:lpstr>Kamus data modul persediaan</vt:lpstr>
      <vt:lpstr>Kamus data modul persediaan</vt:lpstr>
      <vt:lpstr>Jenis transaksi interkoneksi</vt:lpstr>
      <vt:lpstr>Mekanisme Upload Data</vt:lpstr>
      <vt:lpstr>Upload data BAST dan Pembelian Persediaan</vt:lpstr>
      <vt:lpstr>PowerPoint Presentation</vt:lpstr>
      <vt:lpstr>PowerPoint Presentation</vt:lpstr>
      <vt:lpstr>Menu UPload</vt:lpstr>
      <vt:lpstr>Proses upload pada SAKTI</vt:lpstr>
      <vt:lpstr>Proses Upload Pada SAKTI</vt:lpstr>
      <vt:lpstr>Proses upload</vt:lpstr>
      <vt:lpstr>Proses persetujuan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interkoneksi Aplikasi SAKTI Modul Persediaan dan aplikasi SIMrs</dc:title>
  <dc:creator>hafez aditya solechan</dc:creator>
  <cp:lastModifiedBy>Wahyu Ragil Saputro</cp:lastModifiedBy>
  <cp:revision>10</cp:revision>
  <dcterms:created xsi:type="dcterms:W3CDTF">2022-12-06T03:07:30Z</dcterms:created>
  <dcterms:modified xsi:type="dcterms:W3CDTF">2023-03-28T06:28:58Z</dcterms:modified>
</cp:coreProperties>
</file>