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707" r:id="rId3"/>
    <p:sldMasterId id="2147483803" r:id="rId4"/>
  </p:sldMasterIdLst>
  <p:sldIdLst>
    <p:sldId id="256" r:id="rId5"/>
    <p:sldId id="257" r:id="rId6"/>
    <p:sldId id="261" r:id="rId7"/>
    <p:sldId id="259" r:id="rId8"/>
    <p:sldId id="262" r:id="rId9"/>
    <p:sldId id="258" r:id="rId10"/>
    <p:sldId id="260" r:id="rId11"/>
    <p:sldId id="264" r:id="rId12"/>
    <p:sldId id="265" r:id="rId13"/>
    <p:sldId id="266" r:id="rId14"/>
    <p:sldId id="273" r:id="rId15"/>
    <p:sldId id="267" r:id="rId16"/>
    <p:sldId id="268" r:id="rId17"/>
    <p:sldId id="269" r:id="rId18"/>
    <p:sldId id="270" r:id="rId19"/>
    <p:sldId id="271" r:id="rId20"/>
    <p:sldId id="272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2" r:id="rId29"/>
    <p:sldId id="28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CB662E"/>
    <a:srgbClr val="CB66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95311A-7088-4293-B832-F2924F534585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8625861E-FE18-4247-9C1F-23464F204399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nn-NO" dirty="0"/>
            <a:t>Identifikasi Format Indeks Kinerja Individu</a:t>
          </a:r>
          <a:endParaRPr lang="en-ID" dirty="0"/>
        </a:p>
      </dgm:t>
    </dgm:pt>
    <dgm:pt modelId="{BE3E6931-1814-4225-A2DB-5E4D62BB592F}" type="parTrans" cxnId="{950876E1-DA8A-4F2F-8C8C-D13D54FF1B79}">
      <dgm:prSet/>
      <dgm:spPr/>
      <dgm:t>
        <a:bodyPr/>
        <a:lstStyle/>
        <a:p>
          <a:endParaRPr lang="en-ID"/>
        </a:p>
      </dgm:t>
    </dgm:pt>
    <dgm:pt modelId="{3F96B351-C058-4ACB-813F-F567F726469B}" type="sibTrans" cxnId="{950876E1-DA8A-4F2F-8C8C-D13D54FF1B79}">
      <dgm:prSet/>
      <dgm:spPr/>
      <dgm:t>
        <a:bodyPr/>
        <a:lstStyle/>
        <a:p>
          <a:endParaRPr lang="en-ID"/>
        </a:p>
      </dgm:t>
    </dgm:pt>
    <dgm:pt modelId="{869002A9-D29C-4568-AC9B-88AA9133B492}">
      <dgm:prSet/>
      <dgm:spPr/>
      <dgm:t>
        <a:bodyPr/>
        <a:lstStyle/>
        <a:p>
          <a:r>
            <a:rPr lang="nn-NO"/>
            <a:t>Identifikasi Kelompok jabatan</a:t>
          </a:r>
          <a:endParaRPr lang="nn-NO" dirty="0"/>
        </a:p>
      </dgm:t>
    </dgm:pt>
    <dgm:pt modelId="{34ACF195-B7D7-45A3-9F15-2CF129526A2F}" type="parTrans" cxnId="{6CE38DCB-A528-49C5-9149-005E3CB4A7DE}">
      <dgm:prSet/>
      <dgm:spPr/>
      <dgm:t>
        <a:bodyPr/>
        <a:lstStyle/>
        <a:p>
          <a:endParaRPr lang="en-ID"/>
        </a:p>
      </dgm:t>
    </dgm:pt>
    <dgm:pt modelId="{5F83FAB4-E36F-4F36-945E-F490EBCA5832}" type="sibTrans" cxnId="{6CE38DCB-A528-49C5-9149-005E3CB4A7DE}">
      <dgm:prSet/>
      <dgm:spPr/>
      <dgm:t>
        <a:bodyPr/>
        <a:lstStyle/>
        <a:p>
          <a:endParaRPr lang="en-ID"/>
        </a:p>
      </dgm:t>
    </dgm:pt>
    <dgm:pt modelId="{D3D74B23-3701-498C-8105-3F150F9C03C3}">
      <dgm:prSet/>
      <dgm:spPr/>
      <dgm:t>
        <a:bodyPr/>
        <a:lstStyle/>
        <a:p>
          <a:r>
            <a:rPr lang="nn-NO"/>
            <a:t>Identifikasi Sumber Data</a:t>
          </a:r>
          <a:endParaRPr lang="nn-NO" dirty="0"/>
        </a:p>
      </dgm:t>
    </dgm:pt>
    <dgm:pt modelId="{79B49034-AB3C-4C66-9292-D460F1724378}" type="parTrans" cxnId="{11501D17-F178-4A4E-AD41-4C53BB014ABB}">
      <dgm:prSet/>
      <dgm:spPr/>
      <dgm:t>
        <a:bodyPr/>
        <a:lstStyle/>
        <a:p>
          <a:endParaRPr lang="en-ID"/>
        </a:p>
      </dgm:t>
    </dgm:pt>
    <dgm:pt modelId="{FC0312C8-7E19-44BE-A7E3-6556FA7269E9}" type="sibTrans" cxnId="{11501D17-F178-4A4E-AD41-4C53BB014ABB}">
      <dgm:prSet/>
      <dgm:spPr/>
      <dgm:t>
        <a:bodyPr/>
        <a:lstStyle/>
        <a:p>
          <a:endParaRPr lang="en-ID"/>
        </a:p>
      </dgm:t>
    </dgm:pt>
    <dgm:pt modelId="{87AB8FDF-4936-434D-8FA9-F95B148E9D7D}">
      <dgm:prSet/>
      <dgm:spPr/>
      <dgm:t>
        <a:bodyPr/>
        <a:lstStyle/>
        <a:p>
          <a:r>
            <a:rPr lang="nn-NO" dirty="0"/>
            <a:t>Identifikasi Rekapitulasi Data</a:t>
          </a:r>
        </a:p>
      </dgm:t>
    </dgm:pt>
    <dgm:pt modelId="{9CCD8714-55F9-4EAD-81C3-E66A4C3C3AC4}" type="parTrans" cxnId="{A1D142A1-BC30-411F-A94A-353F37EB37B4}">
      <dgm:prSet/>
      <dgm:spPr/>
      <dgm:t>
        <a:bodyPr/>
        <a:lstStyle/>
        <a:p>
          <a:endParaRPr lang="en-ID"/>
        </a:p>
      </dgm:t>
    </dgm:pt>
    <dgm:pt modelId="{64FBC250-3ABF-4F8A-98C9-AE23883BCB65}" type="sibTrans" cxnId="{A1D142A1-BC30-411F-A94A-353F37EB37B4}">
      <dgm:prSet/>
      <dgm:spPr/>
      <dgm:t>
        <a:bodyPr/>
        <a:lstStyle/>
        <a:p>
          <a:endParaRPr lang="en-ID"/>
        </a:p>
      </dgm:t>
    </dgm:pt>
    <dgm:pt modelId="{0D8B0E40-08AF-4782-BDEC-4351CBB367FE}">
      <dgm:prSet/>
      <dgm:spPr/>
      <dgm:t>
        <a:bodyPr/>
        <a:lstStyle/>
        <a:p>
          <a:r>
            <a:rPr lang="nn-NO"/>
            <a:t>Identifikasi Metode Validasi</a:t>
          </a:r>
          <a:endParaRPr lang="nn-NO" dirty="0"/>
        </a:p>
      </dgm:t>
    </dgm:pt>
    <dgm:pt modelId="{DED9D6C7-C358-4438-8A7B-68B143BDE499}" type="parTrans" cxnId="{F63A804E-417D-47AD-94F0-E5928500F0D6}">
      <dgm:prSet/>
      <dgm:spPr/>
      <dgm:t>
        <a:bodyPr/>
        <a:lstStyle/>
        <a:p>
          <a:endParaRPr lang="en-ID"/>
        </a:p>
      </dgm:t>
    </dgm:pt>
    <dgm:pt modelId="{F930DDC2-703D-4CC3-BD45-4039747E6E8A}" type="sibTrans" cxnId="{F63A804E-417D-47AD-94F0-E5928500F0D6}">
      <dgm:prSet/>
      <dgm:spPr/>
      <dgm:t>
        <a:bodyPr/>
        <a:lstStyle/>
        <a:p>
          <a:endParaRPr lang="en-ID"/>
        </a:p>
      </dgm:t>
    </dgm:pt>
    <dgm:pt modelId="{CE012EED-56B0-4408-869C-DF7CD59BFE39}" type="pres">
      <dgm:prSet presAssocID="{4995311A-7088-4293-B832-F2924F534585}" presName="Name0" presStyleCnt="0">
        <dgm:presLayoutVars>
          <dgm:dir/>
          <dgm:resizeHandles val="exact"/>
        </dgm:presLayoutVars>
      </dgm:prSet>
      <dgm:spPr/>
    </dgm:pt>
    <dgm:pt modelId="{CCA12464-40F8-4C4C-A9D2-71CF4C589270}" type="pres">
      <dgm:prSet presAssocID="{8625861E-FE18-4247-9C1F-23464F204399}" presName="composite" presStyleCnt="0"/>
      <dgm:spPr/>
    </dgm:pt>
    <dgm:pt modelId="{80233024-9668-47B9-819E-EAA7A8CE3B32}" type="pres">
      <dgm:prSet presAssocID="{8625861E-FE18-4247-9C1F-23464F204399}" presName="rect1" presStyleLbl="trAlignAcc1" presStyleIdx="0" presStyleCnt="5">
        <dgm:presLayoutVars>
          <dgm:bulletEnabled val="1"/>
        </dgm:presLayoutVars>
      </dgm:prSet>
      <dgm:spPr/>
    </dgm:pt>
    <dgm:pt modelId="{9F34BED6-FDDB-4FF7-BC35-6C6B85143E93}" type="pres">
      <dgm:prSet presAssocID="{8625861E-FE18-4247-9C1F-23464F204399}" presName="rect2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02AF5972-1B61-458E-874A-2AE2D83A8184}" type="pres">
      <dgm:prSet presAssocID="{3F96B351-C058-4ACB-813F-F567F726469B}" presName="sibTrans" presStyleCnt="0"/>
      <dgm:spPr/>
    </dgm:pt>
    <dgm:pt modelId="{ECE4A425-F898-4D32-B4A5-E07EDD401B80}" type="pres">
      <dgm:prSet presAssocID="{869002A9-D29C-4568-AC9B-88AA9133B492}" presName="composite" presStyleCnt="0"/>
      <dgm:spPr/>
    </dgm:pt>
    <dgm:pt modelId="{181B8785-D925-41D3-ACC1-ABDC67887DA4}" type="pres">
      <dgm:prSet presAssocID="{869002A9-D29C-4568-AC9B-88AA9133B492}" presName="rect1" presStyleLbl="trAlignAcc1" presStyleIdx="1" presStyleCnt="5">
        <dgm:presLayoutVars>
          <dgm:bulletEnabled val="1"/>
        </dgm:presLayoutVars>
      </dgm:prSet>
      <dgm:spPr/>
    </dgm:pt>
    <dgm:pt modelId="{38D95BAE-99F2-4563-A0A9-5A6F24092EC0}" type="pres">
      <dgm:prSet presAssocID="{869002A9-D29C-4568-AC9B-88AA9133B492}" presName="rect2" presStyleLbl="fgImgPlac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70F60AD9-D535-481B-9B21-60F4FC7E04B8}" type="pres">
      <dgm:prSet presAssocID="{5F83FAB4-E36F-4F36-945E-F490EBCA5832}" presName="sibTrans" presStyleCnt="0"/>
      <dgm:spPr/>
    </dgm:pt>
    <dgm:pt modelId="{4ADE33FB-DAB3-4AFC-BECD-22BBABA59149}" type="pres">
      <dgm:prSet presAssocID="{D3D74B23-3701-498C-8105-3F150F9C03C3}" presName="composite" presStyleCnt="0"/>
      <dgm:spPr/>
    </dgm:pt>
    <dgm:pt modelId="{4C73D01B-A707-4D7F-86B7-710602051772}" type="pres">
      <dgm:prSet presAssocID="{D3D74B23-3701-498C-8105-3F150F9C03C3}" presName="rect1" presStyleLbl="trAlignAcc1" presStyleIdx="2" presStyleCnt="5">
        <dgm:presLayoutVars>
          <dgm:bulletEnabled val="1"/>
        </dgm:presLayoutVars>
      </dgm:prSet>
      <dgm:spPr/>
    </dgm:pt>
    <dgm:pt modelId="{1242FFAE-D9BF-41EF-A6D6-C14BE3B9BB0C}" type="pres">
      <dgm:prSet presAssocID="{D3D74B23-3701-498C-8105-3F150F9C03C3}" presName="rect2" presStyleLbl="fgImgPlace1" presStyleIdx="2" presStyleCnt="5"/>
      <dgm:spPr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</dgm:spPr>
    </dgm:pt>
    <dgm:pt modelId="{86CE5A55-969A-4EBB-BFFE-BC881285944B}" type="pres">
      <dgm:prSet presAssocID="{FC0312C8-7E19-44BE-A7E3-6556FA7269E9}" presName="sibTrans" presStyleCnt="0"/>
      <dgm:spPr/>
    </dgm:pt>
    <dgm:pt modelId="{DD8B388D-1CD9-4438-9C6C-56E280A1335D}" type="pres">
      <dgm:prSet presAssocID="{87AB8FDF-4936-434D-8FA9-F95B148E9D7D}" presName="composite" presStyleCnt="0"/>
      <dgm:spPr/>
    </dgm:pt>
    <dgm:pt modelId="{338C3597-38BC-4BB5-AF92-543DB61E3EAC}" type="pres">
      <dgm:prSet presAssocID="{87AB8FDF-4936-434D-8FA9-F95B148E9D7D}" presName="rect1" presStyleLbl="trAlignAcc1" presStyleIdx="3" presStyleCnt="5">
        <dgm:presLayoutVars>
          <dgm:bulletEnabled val="1"/>
        </dgm:presLayoutVars>
      </dgm:prSet>
      <dgm:spPr/>
    </dgm:pt>
    <dgm:pt modelId="{E2D3EE81-4E0F-4355-9283-5989AD0684E9}" type="pres">
      <dgm:prSet presAssocID="{87AB8FDF-4936-434D-8FA9-F95B148E9D7D}" presName="rect2" presStyleLbl="fgImgPlace1" presStyleIdx="3" presStyleCnt="5"/>
      <dgm:spPr>
        <a:blipFill>
          <a:blip xmlns:r="http://schemas.openxmlformats.org/officeDocument/2006/relationships" r:embed="rId4"/>
          <a:srcRect/>
          <a:stretch>
            <a:fillRect l="-25000" r="-25000"/>
          </a:stretch>
        </a:blipFill>
      </dgm:spPr>
    </dgm:pt>
    <dgm:pt modelId="{E627199C-D402-49E7-A2B7-179026BFBF51}" type="pres">
      <dgm:prSet presAssocID="{64FBC250-3ABF-4F8A-98C9-AE23883BCB65}" presName="sibTrans" presStyleCnt="0"/>
      <dgm:spPr/>
    </dgm:pt>
    <dgm:pt modelId="{EC43F3E9-D9DE-44B7-B4C2-6A596BF64DB7}" type="pres">
      <dgm:prSet presAssocID="{0D8B0E40-08AF-4782-BDEC-4351CBB367FE}" presName="composite" presStyleCnt="0"/>
      <dgm:spPr/>
    </dgm:pt>
    <dgm:pt modelId="{AF6E1002-5D49-416F-8B33-8FA19C2F008D}" type="pres">
      <dgm:prSet presAssocID="{0D8B0E40-08AF-4782-BDEC-4351CBB367FE}" presName="rect1" presStyleLbl="trAlignAcc1" presStyleIdx="4" presStyleCnt="5">
        <dgm:presLayoutVars>
          <dgm:bulletEnabled val="1"/>
        </dgm:presLayoutVars>
      </dgm:prSet>
      <dgm:spPr/>
    </dgm:pt>
    <dgm:pt modelId="{09CE0360-38F6-4834-8501-EDB9065D4380}" type="pres">
      <dgm:prSet presAssocID="{0D8B0E40-08AF-4782-BDEC-4351CBB367FE}" presName="rect2" presStyleLbl="fgImgPlace1" presStyleIdx="4" presStyleCnt="5"/>
      <dgm:spPr>
        <a:blipFill>
          <a:blip xmlns:r="http://schemas.openxmlformats.org/officeDocument/2006/relationships" r:embed="rId5"/>
          <a:srcRect/>
          <a:stretch>
            <a:fillRect l="-75000" r="-75000"/>
          </a:stretch>
        </a:blipFill>
      </dgm:spPr>
    </dgm:pt>
  </dgm:ptLst>
  <dgm:cxnLst>
    <dgm:cxn modelId="{75799B0D-296E-4F66-B381-ADCC3EE53C5F}" type="presOf" srcId="{8625861E-FE18-4247-9C1F-23464F204399}" destId="{80233024-9668-47B9-819E-EAA7A8CE3B32}" srcOrd="0" destOrd="0" presId="urn:microsoft.com/office/officeart/2008/layout/PictureStrips"/>
    <dgm:cxn modelId="{11501D17-F178-4A4E-AD41-4C53BB014ABB}" srcId="{4995311A-7088-4293-B832-F2924F534585}" destId="{D3D74B23-3701-498C-8105-3F150F9C03C3}" srcOrd="2" destOrd="0" parTransId="{79B49034-AB3C-4C66-9292-D460F1724378}" sibTransId="{FC0312C8-7E19-44BE-A7E3-6556FA7269E9}"/>
    <dgm:cxn modelId="{F63A804E-417D-47AD-94F0-E5928500F0D6}" srcId="{4995311A-7088-4293-B832-F2924F534585}" destId="{0D8B0E40-08AF-4782-BDEC-4351CBB367FE}" srcOrd="4" destOrd="0" parTransId="{DED9D6C7-C358-4438-8A7B-68B143BDE499}" sibTransId="{F930DDC2-703D-4CC3-BD45-4039747E6E8A}"/>
    <dgm:cxn modelId="{1D8A9F6E-73D9-481D-979B-4867860E22B6}" type="presOf" srcId="{D3D74B23-3701-498C-8105-3F150F9C03C3}" destId="{4C73D01B-A707-4D7F-86B7-710602051772}" srcOrd="0" destOrd="0" presId="urn:microsoft.com/office/officeart/2008/layout/PictureStrips"/>
    <dgm:cxn modelId="{4D104658-8055-4BDD-99FC-2A5C257B4E1F}" type="presOf" srcId="{87AB8FDF-4936-434D-8FA9-F95B148E9D7D}" destId="{338C3597-38BC-4BB5-AF92-543DB61E3EAC}" srcOrd="0" destOrd="0" presId="urn:microsoft.com/office/officeart/2008/layout/PictureStrips"/>
    <dgm:cxn modelId="{0B065558-0CB5-420B-AED8-29E200BC9ACB}" type="presOf" srcId="{0D8B0E40-08AF-4782-BDEC-4351CBB367FE}" destId="{AF6E1002-5D49-416F-8B33-8FA19C2F008D}" srcOrd="0" destOrd="0" presId="urn:microsoft.com/office/officeart/2008/layout/PictureStrips"/>
    <dgm:cxn modelId="{5888E094-AB26-4874-8866-73454A90F241}" type="presOf" srcId="{869002A9-D29C-4568-AC9B-88AA9133B492}" destId="{181B8785-D925-41D3-ACC1-ABDC67887DA4}" srcOrd="0" destOrd="0" presId="urn:microsoft.com/office/officeart/2008/layout/PictureStrips"/>
    <dgm:cxn modelId="{A1D142A1-BC30-411F-A94A-353F37EB37B4}" srcId="{4995311A-7088-4293-B832-F2924F534585}" destId="{87AB8FDF-4936-434D-8FA9-F95B148E9D7D}" srcOrd="3" destOrd="0" parTransId="{9CCD8714-55F9-4EAD-81C3-E66A4C3C3AC4}" sibTransId="{64FBC250-3ABF-4F8A-98C9-AE23883BCB65}"/>
    <dgm:cxn modelId="{9DFA5DAB-9224-468C-A739-C31806F90B64}" type="presOf" srcId="{4995311A-7088-4293-B832-F2924F534585}" destId="{CE012EED-56B0-4408-869C-DF7CD59BFE39}" srcOrd="0" destOrd="0" presId="urn:microsoft.com/office/officeart/2008/layout/PictureStrips"/>
    <dgm:cxn modelId="{6CE38DCB-A528-49C5-9149-005E3CB4A7DE}" srcId="{4995311A-7088-4293-B832-F2924F534585}" destId="{869002A9-D29C-4568-AC9B-88AA9133B492}" srcOrd="1" destOrd="0" parTransId="{34ACF195-B7D7-45A3-9F15-2CF129526A2F}" sibTransId="{5F83FAB4-E36F-4F36-945E-F490EBCA5832}"/>
    <dgm:cxn modelId="{950876E1-DA8A-4F2F-8C8C-D13D54FF1B79}" srcId="{4995311A-7088-4293-B832-F2924F534585}" destId="{8625861E-FE18-4247-9C1F-23464F204399}" srcOrd="0" destOrd="0" parTransId="{BE3E6931-1814-4225-A2DB-5E4D62BB592F}" sibTransId="{3F96B351-C058-4ACB-813F-F567F726469B}"/>
    <dgm:cxn modelId="{1416B787-BECC-4459-8E83-DF51573E9011}" type="presParOf" srcId="{CE012EED-56B0-4408-869C-DF7CD59BFE39}" destId="{CCA12464-40F8-4C4C-A9D2-71CF4C589270}" srcOrd="0" destOrd="0" presId="urn:microsoft.com/office/officeart/2008/layout/PictureStrips"/>
    <dgm:cxn modelId="{0BD89FFD-B374-425A-B77F-5C4C817E2B20}" type="presParOf" srcId="{CCA12464-40F8-4C4C-A9D2-71CF4C589270}" destId="{80233024-9668-47B9-819E-EAA7A8CE3B32}" srcOrd="0" destOrd="0" presId="urn:microsoft.com/office/officeart/2008/layout/PictureStrips"/>
    <dgm:cxn modelId="{F33AFFAD-3A89-4497-A42F-B289311965A6}" type="presParOf" srcId="{CCA12464-40F8-4C4C-A9D2-71CF4C589270}" destId="{9F34BED6-FDDB-4FF7-BC35-6C6B85143E93}" srcOrd="1" destOrd="0" presId="urn:microsoft.com/office/officeart/2008/layout/PictureStrips"/>
    <dgm:cxn modelId="{837E50BE-7424-4D74-82CD-E069ECAF11B9}" type="presParOf" srcId="{CE012EED-56B0-4408-869C-DF7CD59BFE39}" destId="{02AF5972-1B61-458E-874A-2AE2D83A8184}" srcOrd="1" destOrd="0" presId="urn:microsoft.com/office/officeart/2008/layout/PictureStrips"/>
    <dgm:cxn modelId="{A207CC1E-6D02-4836-884C-DA634AC3BC73}" type="presParOf" srcId="{CE012EED-56B0-4408-869C-DF7CD59BFE39}" destId="{ECE4A425-F898-4D32-B4A5-E07EDD401B80}" srcOrd="2" destOrd="0" presId="urn:microsoft.com/office/officeart/2008/layout/PictureStrips"/>
    <dgm:cxn modelId="{BA087DD2-E051-4540-B60C-20A29BE209F7}" type="presParOf" srcId="{ECE4A425-F898-4D32-B4A5-E07EDD401B80}" destId="{181B8785-D925-41D3-ACC1-ABDC67887DA4}" srcOrd="0" destOrd="0" presId="urn:microsoft.com/office/officeart/2008/layout/PictureStrips"/>
    <dgm:cxn modelId="{64667D2B-F60A-4ECE-A045-8E624F3D94E1}" type="presParOf" srcId="{ECE4A425-F898-4D32-B4A5-E07EDD401B80}" destId="{38D95BAE-99F2-4563-A0A9-5A6F24092EC0}" srcOrd="1" destOrd="0" presId="urn:microsoft.com/office/officeart/2008/layout/PictureStrips"/>
    <dgm:cxn modelId="{0964D120-7B9B-4A56-9E1B-C13D6DBB6DBD}" type="presParOf" srcId="{CE012EED-56B0-4408-869C-DF7CD59BFE39}" destId="{70F60AD9-D535-481B-9B21-60F4FC7E04B8}" srcOrd="3" destOrd="0" presId="urn:microsoft.com/office/officeart/2008/layout/PictureStrips"/>
    <dgm:cxn modelId="{F09EBE4B-DAD2-46E4-A5B4-F80F8A13EFAE}" type="presParOf" srcId="{CE012EED-56B0-4408-869C-DF7CD59BFE39}" destId="{4ADE33FB-DAB3-4AFC-BECD-22BBABA59149}" srcOrd="4" destOrd="0" presId="urn:microsoft.com/office/officeart/2008/layout/PictureStrips"/>
    <dgm:cxn modelId="{52B930F8-A98B-43C0-BA21-10F0FF5DE7CE}" type="presParOf" srcId="{4ADE33FB-DAB3-4AFC-BECD-22BBABA59149}" destId="{4C73D01B-A707-4D7F-86B7-710602051772}" srcOrd="0" destOrd="0" presId="urn:microsoft.com/office/officeart/2008/layout/PictureStrips"/>
    <dgm:cxn modelId="{EBF847BB-2937-44A4-B2FB-068455221747}" type="presParOf" srcId="{4ADE33FB-DAB3-4AFC-BECD-22BBABA59149}" destId="{1242FFAE-D9BF-41EF-A6D6-C14BE3B9BB0C}" srcOrd="1" destOrd="0" presId="urn:microsoft.com/office/officeart/2008/layout/PictureStrips"/>
    <dgm:cxn modelId="{91A95499-81A8-415A-8912-B64D5212C62B}" type="presParOf" srcId="{CE012EED-56B0-4408-869C-DF7CD59BFE39}" destId="{86CE5A55-969A-4EBB-BFFE-BC881285944B}" srcOrd="5" destOrd="0" presId="urn:microsoft.com/office/officeart/2008/layout/PictureStrips"/>
    <dgm:cxn modelId="{51CFDE89-5781-4597-8C29-C20346CD5D89}" type="presParOf" srcId="{CE012EED-56B0-4408-869C-DF7CD59BFE39}" destId="{DD8B388D-1CD9-4438-9C6C-56E280A1335D}" srcOrd="6" destOrd="0" presId="urn:microsoft.com/office/officeart/2008/layout/PictureStrips"/>
    <dgm:cxn modelId="{A83743B0-5A5E-4262-AC92-2BF4562A2742}" type="presParOf" srcId="{DD8B388D-1CD9-4438-9C6C-56E280A1335D}" destId="{338C3597-38BC-4BB5-AF92-543DB61E3EAC}" srcOrd="0" destOrd="0" presId="urn:microsoft.com/office/officeart/2008/layout/PictureStrips"/>
    <dgm:cxn modelId="{6F87B573-72C2-4166-A429-CDF609C6B949}" type="presParOf" srcId="{DD8B388D-1CD9-4438-9C6C-56E280A1335D}" destId="{E2D3EE81-4E0F-4355-9283-5989AD0684E9}" srcOrd="1" destOrd="0" presId="urn:microsoft.com/office/officeart/2008/layout/PictureStrips"/>
    <dgm:cxn modelId="{F57AEB25-0BB8-452C-B6E0-A2D10E0DF612}" type="presParOf" srcId="{CE012EED-56B0-4408-869C-DF7CD59BFE39}" destId="{E627199C-D402-49E7-A2B7-179026BFBF51}" srcOrd="7" destOrd="0" presId="urn:microsoft.com/office/officeart/2008/layout/PictureStrips"/>
    <dgm:cxn modelId="{E690A533-971A-464F-975E-5701D7A5BC14}" type="presParOf" srcId="{CE012EED-56B0-4408-869C-DF7CD59BFE39}" destId="{EC43F3E9-D9DE-44B7-B4C2-6A596BF64DB7}" srcOrd="8" destOrd="0" presId="urn:microsoft.com/office/officeart/2008/layout/PictureStrips"/>
    <dgm:cxn modelId="{69C94239-8A9A-4110-98D2-7F21DA208EC5}" type="presParOf" srcId="{EC43F3E9-D9DE-44B7-B4C2-6A596BF64DB7}" destId="{AF6E1002-5D49-416F-8B33-8FA19C2F008D}" srcOrd="0" destOrd="0" presId="urn:microsoft.com/office/officeart/2008/layout/PictureStrips"/>
    <dgm:cxn modelId="{50A6683D-302D-48D1-909E-ED8504D8C082}" type="presParOf" srcId="{EC43F3E9-D9DE-44B7-B4C2-6A596BF64DB7}" destId="{09CE0360-38F6-4834-8501-EDB9065D4380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5A1D6B2-D904-4730-9D57-DF97055E4EEB}" type="doc">
      <dgm:prSet loTypeId="urn:microsoft.com/office/officeart/2005/8/layout/chart3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D"/>
        </a:p>
      </dgm:t>
    </dgm:pt>
    <dgm:pt modelId="{1E5C03AF-C595-4C4A-BD03-A45EF2501472}">
      <dgm:prSet phldrT="[Text]"/>
      <dgm:spPr/>
      <dgm:t>
        <a:bodyPr/>
        <a:lstStyle/>
        <a:p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PERILAKU</a:t>
          </a:r>
          <a:endParaRPr lang="en-ID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F7070D-67CE-4BD1-B0AC-A4BCA1A5837C}" type="parTrans" cxnId="{A55A6B19-50E2-47D1-8C5E-039893AC42CD}">
      <dgm:prSet/>
      <dgm:spPr/>
      <dgm:t>
        <a:bodyPr/>
        <a:lstStyle/>
        <a:p>
          <a:endParaRPr lang="en-ID"/>
        </a:p>
      </dgm:t>
    </dgm:pt>
    <dgm:pt modelId="{64A1BCBA-AAF9-438D-8146-EBB47FE472AA}" type="sibTrans" cxnId="{A55A6B19-50E2-47D1-8C5E-039893AC42CD}">
      <dgm:prSet/>
      <dgm:spPr/>
      <dgm:t>
        <a:bodyPr/>
        <a:lstStyle/>
        <a:p>
          <a:endParaRPr lang="en-ID"/>
        </a:p>
      </dgm:t>
    </dgm:pt>
    <dgm:pt modelId="{ECFE9BDC-7E13-4C0C-87FB-0E916404161D}">
      <dgm:prSet phldrT="[Text]"/>
      <dgm:spPr/>
      <dgm:t>
        <a:bodyPr/>
        <a:lstStyle/>
        <a:p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KUANTITAS</a:t>
          </a:r>
          <a:endParaRPr lang="en-ID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E63667-E220-4365-9AB2-9BD75137593F}" type="parTrans" cxnId="{BC8E8F4C-B708-488A-8627-D03F116EE9FE}">
      <dgm:prSet/>
      <dgm:spPr/>
      <dgm:t>
        <a:bodyPr/>
        <a:lstStyle/>
        <a:p>
          <a:endParaRPr lang="en-ID"/>
        </a:p>
      </dgm:t>
    </dgm:pt>
    <dgm:pt modelId="{F07B23A7-1F0B-46C8-A138-A3E7D34E3396}" type="sibTrans" cxnId="{BC8E8F4C-B708-488A-8627-D03F116EE9FE}">
      <dgm:prSet/>
      <dgm:spPr/>
      <dgm:t>
        <a:bodyPr/>
        <a:lstStyle/>
        <a:p>
          <a:endParaRPr lang="en-ID"/>
        </a:p>
      </dgm:t>
    </dgm:pt>
    <dgm:pt modelId="{EE834CF1-2BE8-406C-8B60-D803DF209A1F}">
      <dgm:prSet phldrT="[Text]"/>
      <dgm:spPr/>
      <dgm:t>
        <a:bodyPr/>
        <a:lstStyle/>
        <a:p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KUALITAS</a:t>
          </a:r>
          <a:endParaRPr lang="en-ID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A1B3D6-B7EA-4C6D-8A45-8922C223D4FF}" type="parTrans" cxnId="{7FB1AD83-10A5-45D2-BFDD-9BB77029E1E9}">
      <dgm:prSet/>
      <dgm:spPr/>
      <dgm:t>
        <a:bodyPr/>
        <a:lstStyle/>
        <a:p>
          <a:endParaRPr lang="en-ID"/>
        </a:p>
      </dgm:t>
    </dgm:pt>
    <dgm:pt modelId="{CB9D1AE7-2955-44F6-A605-4AE0F9D409A3}" type="sibTrans" cxnId="{7FB1AD83-10A5-45D2-BFDD-9BB77029E1E9}">
      <dgm:prSet/>
      <dgm:spPr/>
      <dgm:t>
        <a:bodyPr/>
        <a:lstStyle/>
        <a:p>
          <a:endParaRPr lang="en-ID"/>
        </a:p>
      </dgm:t>
    </dgm:pt>
    <dgm:pt modelId="{A316A6CB-E0C4-44F4-B64A-59225FC4DD15}" type="pres">
      <dgm:prSet presAssocID="{95A1D6B2-D904-4730-9D57-DF97055E4EEB}" presName="compositeShape" presStyleCnt="0">
        <dgm:presLayoutVars>
          <dgm:chMax val="7"/>
          <dgm:dir/>
          <dgm:resizeHandles val="exact"/>
        </dgm:presLayoutVars>
      </dgm:prSet>
      <dgm:spPr/>
    </dgm:pt>
    <dgm:pt modelId="{80CD1845-E6CE-4707-A3C9-7BBA9151D6F9}" type="pres">
      <dgm:prSet presAssocID="{95A1D6B2-D904-4730-9D57-DF97055E4EEB}" presName="wedge1" presStyleLbl="node1" presStyleIdx="0" presStyleCnt="3" custScaleX="85154" custScaleY="71377" custLinFactNeighborX="-6891" custLinFactNeighborY="-71552"/>
      <dgm:spPr/>
    </dgm:pt>
    <dgm:pt modelId="{B827B6DD-9978-4C92-AFD3-71F56748D06D}" type="pres">
      <dgm:prSet presAssocID="{95A1D6B2-D904-4730-9D57-DF97055E4EEB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D91D8AA-FC84-4FD1-AEED-35AA45889968}" type="pres">
      <dgm:prSet presAssocID="{95A1D6B2-D904-4730-9D57-DF97055E4EEB}" presName="wedge2" presStyleLbl="node1" presStyleIdx="1" presStyleCnt="3" custScaleX="85154" custScaleY="71377" custLinFactNeighborX="-4299" custLinFactNeighborY="-71794"/>
      <dgm:spPr/>
    </dgm:pt>
    <dgm:pt modelId="{E7D25DA6-C4CB-4C37-A0F3-FC3742F1F018}" type="pres">
      <dgm:prSet presAssocID="{95A1D6B2-D904-4730-9D57-DF97055E4EEB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BE56BC90-9397-400A-B938-5F739BE3F2FF}" type="pres">
      <dgm:prSet presAssocID="{95A1D6B2-D904-4730-9D57-DF97055E4EEB}" presName="wedge3" presStyleLbl="node1" presStyleIdx="2" presStyleCnt="3" custScaleX="85154" custScaleY="71377" custLinFactNeighborX="-5723" custLinFactNeighborY="-74528"/>
      <dgm:spPr/>
    </dgm:pt>
    <dgm:pt modelId="{42939A4F-B484-468B-B0C3-B93DC86D2240}" type="pres">
      <dgm:prSet presAssocID="{95A1D6B2-D904-4730-9D57-DF97055E4EEB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8EE9B14-F6E9-45DB-B0B4-36F42165CF41}" type="presOf" srcId="{EE834CF1-2BE8-406C-8B60-D803DF209A1F}" destId="{42939A4F-B484-468B-B0C3-B93DC86D2240}" srcOrd="1" destOrd="0" presId="urn:microsoft.com/office/officeart/2005/8/layout/chart3"/>
    <dgm:cxn modelId="{A55A6B19-50E2-47D1-8C5E-039893AC42CD}" srcId="{95A1D6B2-D904-4730-9D57-DF97055E4EEB}" destId="{1E5C03AF-C595-4C4A-BD03-A45EF2501472}" srcOrd="0" destOrd="0" parTransId="{6FF7070D-67CE-4BD1-B0AC-A4BCA1A5837C}" sibTransId="{64A1BCBA-AAF9-438D-8146-EBB47FE472AA}"/>
    <dgm:cxn modelId="{90273E60-50A8-4563-AFB9-9C7848E41F9A}" type="presOf" srcId="{ECFE9BDC-7E13-4C0C-87FB-0E916404161D}" destId="{E7D25DA6-C4CB-4C37-A0F3-FC3742F1F018}" srcOrd="1" destOrd="0" presId="urn:microsoft.com/office/officeart/2005/8/layout/chart3"/>
    <dgm:cxn modelId="{AACFAD67-18EA-4A0E-9FA2-717D168A6333}" type="presOf" srcId="{1E5C03AF-C595-4C4A-BD03-A45EF2501472}" destId="{80CD1845-E6CE-4707-A3C9-7BBA9151D6F9}" srcOrd="0" destOrd="0" presId="urn:microsoft.com/office/officeart/2005/8/layout/chart3"/>
    <dgm:cxn modelId="{BC8E8F4C-B708-488A-8627-D03F116EE9FE}" srcId="{95A1D6B2-D904-4730-9D57-DF97055E4EEB}" destId="{ECFE9BDC-7E13-4C0C-87FB-0E916404161D}" srcOrd="1" destOrd="0" parTransId="{DAE63667-E220-4365-9AB2-9BD75137593F}" sibTransId="{F07B23A7-1F0B-46C8-A138-A3E7D34E3396}"/>
    <dgm:cxn modelId="{E5EECE73-8971-460F-97E8-F4D1426CE18C}" type="presOf" srcId="{ECFE9BDC-7E13-4C0C-87FB-0E916404161D}" destId="{4D91D8AA-FC84-4FD1-AEED-35AA45889968}" srcOrd="0" destOrd="0" presId="urn:microsoft.com/office/officeart/2005/8/layout/chart3"/>
    <dgm:cxn modelId="{14EBF97E-313C-4CD0-B223-9DFD0F2247EC}" type="presOf" srcId="{95A1D6B2-D904-4730-9D57-DF97055E4EEB}" destId="{A316A6CB-E0C4-44F4-B64A-59225FC4DD15}" srcOrd="0" destOrd="0" presId="urn:microsoft.com/office/officeart/2005/8/layout/chart3"/>
    <dgm:cxn modelId="{7FB1AD83-10A5-45D2-BFDD-9BB77029E1E9}" srcId="{95A1D6B2-D904-4730-9D57-DF97055E4EEB}" destId="{EE834CF1-2BE8-406C-8B60-D803DF209A1F}" srcOrd="2" destOrd="0" parTransId="{7AA1B3D6-B7EA-4C6D-8A45-8922C223D4FF}" sibTransId="{CB9D1AE7-2955-44F6-A605-4AE0F9D409A3}"/>
    <dgm:cxn modelId="{52AA9BAF-91AC-484D-93CC-0C0323144D3A}" type="presOf" srcId="{EE834CF1-2BE8-406C-8B60-D803DF209A1F}" destId="{BE56BC90-9397-400A-B938-5F739BE3F2FF}" srcOrd="0" destOrd="0" presId="urn:microsoft.com/office/officeart/2005/8/layout/chart3"/>
    <dgm:cxn modelId="{03221BEE-A1C4-4C67-BDB9-0877C45BB675}" type="presOf" srcId="{1E5C03AF-C595-4C4A-BD03-A45EF2501472}" destId="{B827B6DD-9978-4C92-AFD3-71F56748D06D}" srcOrd="1" destOrd="0" presId="urn:microsoft.com/office/officeart/2005/8/layout/chart3"/>
    <dgm:cxn modelId="{A66B4018-3777-42A1-9B11-4C9387EEF991}" type="presParOf" srcId="{A316A6CB-E0C4-44F4-B64A-59225FC4DD15}" destId="{80CD1845-E6CE-4707-A3C9-7BBA9151D6F9}" srcOrd="0" destOrd="0" presId="urn:microsoft.com/office/officeart/2005/8/layout/chart3"/>
    <dgm:cxn modelId="{F69F2571-D4B6-444F-83E6-C53F2286BEB1}" type="presParOf" srcId="{A316A6CB-E0C4-44F4-B64A-59225FC4DD15}" destId="{B827B6DD-9978-4C92-AFD3-71F56748D06D}" srcOrd="1" destOrd="0" presId="urn:microsoft.com/office/officeart/2005/8/layout/chart3"/>
    <dgm:cxn modelId="{B93D65C7-3091-415A-AB1E-571BAE7B00DD}" type="presParOf" srcId="{A316A6CB-E0C4-44F4-B64A-59225FC4DD15}" destId="{4D91D8AA-FC84-4FD1-AEED-35AA45889968}" srcOrd="2" destOrd="0" presId="urn:microsoft.com/office/officeart/2005/8/layout/chart3"/>
    <dgm:cxn modelId="{E6C05007-C238-4255-AB7B-C6898565834F}" type="presParOf" srcId="{A316A6CB-E0C4-44F4-B64A-59225FC4DD15}" destId="{E7D25DA6-C4CB-4C37-A0F3-FC3742F1F018}" srcOrd="3" destOrd="0" presId="urn:microsoft.com/office/officeart/2005/8/layout/chart3"/>
    <dgm:cxn modelId="{0F091AEA-1595-4C66-8514-8D7C6BDECD08}" type="presParOf" srcId="{A316A6CB-E0C4-44F4-B64A-59225FC4DD15}" destId="{BE56BC90-9397-400A-B938-5F739BE3F2FF}" srcOrd="4" destOrd="0" presId="urn:microsoft.com/office/officeart/2005/8/layout/chart3"/>
    <dgm:cxn modelId="{B69035F7-BFCB-4CB9-AEAB-EA32F9F20CFB}" type="presParOf" srcId="{A316A6CB-E0C4-44F4-B64A-59225FC4DD15}" destId="{42939A4F-B484-468B-B0C3-B93DC86D2240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8DE610-6F16-4F1F-8794-EAB17FDD9C52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D"/>
        </a:p>
      </dgm:t>
    </dgm:pt>
    <dgm:pt modelId="{3D5A147E-49DE-42A0-9CAB-F9D8E3B30F3F}">
      <dgm:prSet phldrT="[Text]" custT="1"/>
      <dgm:spPr/>
      <dgm:t>
        <a:bodyPr/>
        <a:lstStyle/>
        <a:p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MEDIK SPESIALIS</a:t>
          </a:r>
          <a:endParaRPr lang="en-ID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E84834-FA54-4C9C-B445-118DB05EEE38}" type="parTrans" cxnId="{5F2E39D8-A9BF-44EC-9D5B-4EC233F86220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02F37B-4CDE-423F-BC06-F8B13C634372}" type="sibTrans" cxnId="{5F2E39D8-A9BF-44EC-9D5B-4EC233F86220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64C5C3-6A7C-4111-8D83-3D8241BE4C48}">
      <dgm:prSet phldrT="[Text]"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dan Pendidikan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A9525A-5AD4-46A9-9C3E-ABA90EBA609C}" type="parTrans" cxnId="{C055ACA1-CDA0-4F98-AA3A-16C2CC1C3893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73B0AB-E8C5-446B-9B1D-9456DFAE5DE4}" type="sibTrans" cxnId="{C055ACA1-CDA0-4F98-AA3A-16C2CC1C3893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917C0A-C69C-4858-8B7E-1F242CFA7A4B}">
      <dgm:prSet phldrT="[Text]" custT="1"/>
      <dgm:spPr/>
      <dgm:t>
        <a:bodyPr/>
        <a:lstStyle/>
        <a:p>
          <a:r>
            <a:rPr lang="en-US" sz="1800" dirty="0"/>
            <a:t>TENAGA KESEHATAN LAIN</a:t>
          </a:r>
          <a:endParaRPr lang="en-ID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54CE6A-8321-40C5-9568-E07AE46908E9}" type="parTrans" cxnId="{D72FC91E-D36C-4D7A-AF3A-C03FE2B5706D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9E8A6D-97AB-4BB4-9B57-7432F5F35A7A}" type="sibTrans" cxnId="{D72FC91E-D36C-4D7A-AF3A-C03FE2B5706D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868A1D-ABAA-4EA8-8D8A-655287E01D60}">
      <dgm:prSet phldrT="[Text]"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Kuantitas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289786A-EA3E-424D-87F3-A65A9D976F26}" type="parTrans" cxnId="{CC1A57CC-E7E8-463F-9B61-98A23AF46230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CC88F6-5A32-4671-AD44-4CE0A8323323}" type="sibTrans" cxnId="{CC1A57CC-E7E8-463F-9B61-98A23AF46230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46497A1-4E48-431B-9F74-3B812D6AE66E}">
      <dgm:prSet phldrT="[Text]" custT="1"/>
      <dgm:spPr/>
      <dgm:t>
        <a:bodyPr/>
        <a:lstStyle/>
        <a:p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NON MEDIK</a:t>
          </a:r>
          <a:endParaRPr lang="en-ID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19B74A9-3358-43B7-B1B2-8FADABAFB9B2}" type="parTrans" cxnId="{548F078D-062C-4EAC-8BAE-D396E0843713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CBD391-A2CF-4173-9594-04B7322B4FA9}" type="sibTrans" cxnId="{548F078D-062C-4EAC-8BAE-D396E0843713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6597130-D60E-436B-80BB-0979143799C3}">
      <dgm:prSet phldrT="[Text]"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Kuantitas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A77CA2-8C63-4EBC-90D8-EA0E0B7218C3}" type="parTrans" cxnId="{0B9CFD84-8F40-4796-AB71-016432EAE902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99E5472-28F0-4CAC-8BED-11E5FFFFEAFF}" type="sibTrans" cxnId="{0B9CFD84-8F40-4796-AB71-016432EAE902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DA98C8-583A-4B7E-B62D-D4579DDD7703}">
      <dgm:prSet phldrT="[Text]"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Non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83838E-699C-47CC-9852-8ED2C319CAC4}" type="parTrans" cxnId="{EADAA040-C492-4733-87C1-85B7982998F2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211AE8B-6666-4FDE-949B-B9DBA5C59545}" type="sibTrans" cxnId="{EADAA040-C492-4733-87C1-85B7982998F2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C72FF1-1164-4CE6-A993-6D48DF0C5E99}">
      <dgm:prSet phldrT="[Text]"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§"/>
          </a:pP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Kualitas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390605-F700-4607-9927-2BDC033A1207}" type="parTrans" cxnId="{26E01FB5-5DE9-4BBC-8689-BB3EB48BB533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9909E0E-3CEE-470A-9A27-7EB096C6ED09}" type="sibTrans" cxnId="{26E01FB5-5DE9-4BBC-8689-BB3EB48BB533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1A628B-D01A-4AC6-812A-C6ED3B629A14}">
      <dgm:prSet phldrT="[Text]"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§"/>
          </a:pP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Perilaku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8CCE108-9088-4F28-AC95-09C68B938482}" type="parTrans" cxnId="{5BF7D1C3-B775-441D-B4C4-BB3DEA0908FF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123AD8F-C9EE-486F-A303-497179B0D546}" type="sibTrans" cxnId="{5BF7D1C3-B775-441D-B4C4-BB3DEA0908FF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7A1F7AF-38A9-45B1-B8F4-9FF1B1020E7B}">
      <dgm:prSet phldrT="[Text]"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Kualitas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D5350C2-8309-4851-A0A8-810A149C2883}" type="parTrans" cxnId="{3122C2DE-1754-46D4-A58D-B0C8FC4E75A4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3B0CC2-7EFB-4006-A0CE-92E87ADFDBD2}" type="sibTrans" cxnId="{3122C2DE-1754-46D4-A58D-B0C8FC4E75A4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6C8DDA-14E2-4E6D-B42C-EA23DB7DEC69}">
      <dgm:prSet phldrT="[Text]"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Perilaku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25718F9-470B-47C7-88C0-32DFC1F44044}" type="parTrans" cxnId="{BAE596BF-12AF-4EE2-9CAA-130BD9ADB80B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6B8996-7487-45F7-9A49-C13BE655CAF8}" type="sibTrans" cxnId="{BAE596BF-12AF-4EE2-9CAA-130BD9ADB80B}">
      <dgm:prSet/>
      <dgm:spPr/>
      <dgm:t>
        <a:bodyPr/>
        <a:lstStyle/>
        <a:p>
          <a:endParaRPr lang="en-ID" sz="18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FC7534E-891C-46DD-9DC7-93578ED28D60}">
      <dgm:prSet phldrT="[Text]"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Kualitas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81637D-04D3-4E42-AB7F-526BFE7F8647}" type="parTrans" cxnId="{057E966E-25F8-4BA7-8960-7AFF81930F97}">
      <dgm:prSet/>
      <dgm:spPr/>
      <dgm:t>
        <a:bodyPr/>
        <a:lstStyle/>
        <a:p>
          <a:endParaRPr lang="en-ID"/>
        </a:p>
      </dgm:t>
    </dgm:pt>
    <dgm:pt modelId="{A80ADCE5-91C2-4D10-8EF6-20EE1D73F282}" type="sibTrans" cxnId="{057E966E-25F8-4BA7-8960-7AFF81930F97}">
      <dgm:prSet/>
      <dgm:spPr/>
      <dgm:t>
        <a:bodyPr/>
        <a:lstStyle/>
        <a:p>
          <a:endParaRPr lang="en-ID"/>
        </a:p>
      </dgm:t>
    </dgm:pt>
    <dgm:pt modelId="{0C95B585-3BF2-434B-A182-316A344D51DA}">
      <dgm:prSet phldrT="[Text]"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Perilaku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0DB269-A162-4B51-A4CA-900007BF3F1A}" type="parTrans" cxnId="{06BB09EE-9318-4DAA-817E-FE8F67298455}">
      <dgm:prSet/>
      <dgm:spPr/>
      <dgm:t>
        <a:bodyPr/>
        <a:lstStyle/>
        <a:p>
          <a:endParaRPr lang="en-ID"/>
        </a:p>
      </dgm:t>
    </dgm:pt>
    <dgm:pt modelId="{F1604F84-F4FC-430D-B0F5-9C7A8A762C3D}" type="sibTrans" cxnId="{06BB09EE-9318-4DAA-817E-FE8F67298455}">
      <dgm:prSet/>
      <dgm:spPr/>
      <dgm:t>
        <a:bodyPr/>
        <a:lstStyle/>
        <a:p>
          <a:endParaRPr lang="en-ID"/>
        </a:p>
      </dgm:t>
    </dgm:pt>
    <dgm:pt modelId="{0AD7B25D-EB42-4899-B6C7-975496FA4C0A}">
      <dgm:prSet phldrT="[Text]" custT="1"/>
      <dgm:spPr/>
      <dgm:t>
        <a:bodyPr/>
        <a:lstStyle/>
        <a:p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MEDIK</a:t>
          </a:r>
          <a:endParaRPr lang="en-ID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3F1638-3DB0-4E92-8384-7889AC9ED050}" type="parTrans" cxnId="{6D94DEF9-00F0-4E31-8117-31BB47CA0A51}">
      <dgm:prSet/>
      <dgm:spPr/>
      <dgm:t>
        <a:bodyPr/>
        <a:lstStyle/>
        <a:p>
          <a:endParaRPr lang="en-ID"/>
        </a:p>
      </dgm:t>
    </dgm:pt>
    <dgm:pt modelId="{DCB663D8-B21A-4644-A244-298137D881AA}" type="sibTrans" cxnId="{6D94DEF9-00F0-4E31-8117-31BB47CA0A51}">
      <dgm:prSet/>
      <dgm:spPr/>
      <dgm:t>
        <a:bodyPr/>
        <a:lstStyle/>
        <a:p>
          <a:endParaRPr lang="en-ID"/>
        </a:p>
      </dgm:t>
    </dgm:pt>
    <dgm:pt modelId="{4E417D5F-F3A5-4ED2-BA89-8B13D302A8E1}">
      <dgm:prSet phldrT="[Text]" custT="1"/>
      <dgm:spPr/>
      <dgm:t>
        <a:bodyPr/>
        <a:lstStyle/>
        <a:p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PERAWAT</a:t>
          </a:r>
          <a:endParaRPr lang="en-ID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E39F7E-3B0F-4602-A7D8-A604451CFFDB}" type="parTrans" cxnId="{C00B8766-CFAB-4CE4-BAB5-DE9FE3DB0564}">
      <dgm:prSet/>
      <dgm:spPr/>
      <dgm:t>
        <a:bodyPr/>
        <a:lstStyle/>
        <a:p>
          <a:endParaRPr lang="en-ID"/>
        </a:p>
      </dgm:t>
    </dgm:pt>
    <dgm:pt modelId="{F1C73EF1-6FBA-4AF4-971C-2D0F060A1F67}" type="sibTrans" cxnId="{C00B8766-CFAB-4CE4-BAB5-DE9FE3DB0564}">
      <dgm:prSet/>
      <dgm:spPr/>
      <dgm:t>
        <a:bodyPr/>
        <a:lstStyle/>
        <a:p>
          <a:endParaRPr lang="en-ID"/>
        </a:p>
      </dgm:t>
    </dgm:pt>
    <dgm:pt modelId="{1E85A63C-A23E-4A7E-89AC-7F458CF932AB}">
      <dgm:prSet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Kuantitas</a:t>
          </a:r>
          <a:endParaRPr lang="en-ID" sz="1600" dirty="0"/>
        </a:p>
      </dgm:t>
    </dgm:pt>
    <dgm:pt modelId="{C0E85228-F229-4752-8040-6628C7B956B2}" type="parTrans" cxnId="{7039F35B-7017-4F9F-9EB8-F3B8E4435F0B}">
      <dgm:prSet/>
      <dgm:spPr/>
      <dgm:t>
        <a:bodyPr/>
        <a:lstStyle/>
        <a:p>
          <a:endParaRPr lang="en-ID"/>
        </a:p>
      </dgm:t>
    </dgm:pt>
    <dgm:pt modelId="{D6F69BDF-4A54-4E90-8A28-B9DBF24D712C}" type="sibTrans" cxnId="{7039F35B-7017-4F9F-9EB8-F3B8E4435F0B}">
      <dgm:prSet/>
      <dgm:spPr/>
      <dgm:t>
        <a:bodyPr/>
        <a:lstStyle/>
        <a:p>
          <a:endParaRPr lang="en-ID"/>
        </a:p>
      </dgm:t>
    </dgm:pt>
    <dgm:pt modelId="{081F0031-5BF9-4DDB-B78A-0BB6E7F84B98}">
      <dgm:prSet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Kualitas</a:t>
          </a:r>
          <a:endParaRPr lang="en-ID" sz="1600" dirty="0"/>
        </a:p>
      </dgm:t>
    </dgm:pt>
    <dgm:pt modelId="{05D21B77-C198-409E-A64B-C8609E8D92BA}" type="parTrans" cxnId="{936E7ABB-8DDF-4072-A6E8-341EA9CD48C0}">
      <dgm:prSet/>
      <dgm:spPr/>
      <dgm:t>
        <a:bodyPr/>
        <a:lstStyle/>
        <a:p>
          <a:endParaRPr lang="en-ID"/>
        </a:p>
      </dgm:t>
    </dgm:pt>
    <dgm:pt modelId="{5F3C6634-6787-4A43-920F-AF062D917085}" type="sibTrans" cxnId="{936E7ABB-8DDF-4072-A6E8-341EA9CD48C0}">
      <dgm:prSet/>
      <dgm:spPr/>
      <dgm:t>
        <a:bodyPr/>
        <a:lstStyle/>
        <a:p>
          <a:endParaRPr lang="en-ID"/>
        </a:p>
      </dgm:t>
    </dgm:pt>
    <dgm:pt modelId="{81BDA722-6E0C-4287-8F93-99E1D63FCA1A}">
      <dgm:prSet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Perilaku</a:t>
          </a:r>
          <a:endParaRPr lang="en-ID" sz="1600" dirty="0"/>
        </a:p>
      </dgm:t>
    </dgm:pt>
    <dgm:pt modelId="{06F03D90-F1EA-43E1-8B5A-EDB776342881}" type="parTrans" cxnId="{31B208CF-B698-4EFA-A333-0C48DE743F48}">
      <dgm:prSet/>
      <dgm:spPr/>
      <dgm:t>
        <a:bodyPr/>
        <a:lstStyle/>
        <a:p>
          <a:endParaRPr lang="en-ID"/>
        </a:p>
      </dgm:t>
    </dgm:pt>
    <dgm:pt modelId="{39288013-DC70-4E4B-B50E-306DDD8D664D}" type="sibTrans" cxnId="{31B208CF-B698-4EFA-A333-0C48DE743F48}">
      <dgm:prSet/>
      <dgm:spPr/>
      <dgm:t>
        <a:bodyPr/>
        <a:lstStyle/>
        <a:p>
          <a:endParaRPr lang="en-ID"/>
        </a:p>
      </dgm:t>
    </dgm:pt>
    <dgm:pt modelId="{8AC36980-E892-4D46-878A-299CA46CE188}">
      <dgm:prSet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Kuantitas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576F2F-FA23-437A-93A0-CEB0F7A4241E}" type="parTrans" cxnId="{52F9463E-8B7C-425E-9E2B-C834FB2CD5F2}">
      <dgm:prSet/>
      <dgm:spPr/>
      <dgm:t>
        <a:bodyPr/>
        <a:lstStyle/>
        <a:p>
          <a:endParaRPr lang="en-ID"/>
        </a:p>
      </dgm:t>
    </dgm:pt>
    <dgm:pt modelId="{820413C9-B8B8-4C6C-A768-EEB44E5BD733}" type="sibTrans" cxnId="{52F9463E-8B7C-425E-9E2B-C834FB2CD5F2}">
      <dgm:prSet/>
      <dgm:spPr/>
      <dgm:t>
        <a:bodyPr/>
        <a:lstStyle/>
        <a:p>
          <a:endParaRPr lang="en-ID"/>
        </a:p>
      </dgm:t>
    </dgm:pt>
    <dgm:pt modelId="{D4746BF9-30FC-4E76-8B9B-D2280E8467F2}">
      <dgm:prSet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Kualitas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F3A658-F1F6-4F00-938E-19C0DD6BAAEF}" type="parTrans" cxnId="{77B8D01B-B5E8-472B-888E-EF2E312F6BCC}">
      <dgm:prSet/>
      <dgm:spPr/>
      <dgm:t>
        <a:bodyPr/>
        <a:lstStyle/>
        <a:p>
          <a:endParaRPr lang="en-ID"/>
        </a:p>
      </dgm:t>
    </dgm:pt>
    <dgm:pt modelId="{36AFBBAC-6CE1-4314-A5AB-A9C6F1A405FB}" type="sibTrans" cxnId="{77B8D01B-B5E8-472B-888E-EF2E312F6BCC}">
      <dgm:prSet/>
      <dgm:spPr/>
      <dgm:t>
        <a:bodyPr/>
        <a:lstStyle/>
        <a:p>
          <a:endParaRPr lang="en-ID"/>
        </a:p>
      </dgm:t>
    </dgm:pt>
    <dgm:pt modelId="{E2AA6CC1-8F17-46B7-9768-1073F18BF5EB}">
      <dgm:prSet custT="1"/>
      <dgm:spPr/>
      <dgm:t>
        <a:bodyPr/>
        <a:lstStyle/>
        <a:p>
          <a:pPr>
            <a:lnSpc>
              <a:spcPct val="150000"/>
            </a:lnSpc>
            <a:buFont typeface="+mj-lt"/>
            <a:buAutoNum type="arabicPeriod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Perilaku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1EAD3E-6052-417C-B1FC-4B9ECC120A2F}" type="parTrans" cxnId="{165EB645-888F-4938-9382-5F86CCAEB1BC}">
      <dgm:prSet/>
      <dgm:spPr/>
      <dgm:t>
        <a:bodyPr/>
        <a:lstStyle/>
        <a:p>
          <a:endParaRPr lang="en-ID"/>
        </a:p>
      </dgm:t>
    </dgm:pt>
    <dgm:pt modelId="{F4B25ADC-FD76-40A7-9EBD-36E791BEF008}" type="sibTrans" cxnId="{165EB645-888F-4938-9382-5F86CCAEB1BC}">
      <dgm:prSet/>
      <dgm:spPr/>
      <dgm:t>
        <a:bodyPr/>
        <a:lstStyle/>
        <a:p>
          <a:endParaRPr lang="en-ID"/>
        </a:p>
      </dgm:t>
    </dgm:pt>
    <dgm:pt modelId="{F9EE8EF7-A8BD-4976-BBDC-C8A2CB0B0D52}" type="pres">
      <dgm:prSet presAssocID="{DD8DE610-6F16-4F1F-8794-EAB17FDD9C52}" presName="Name0" presStyleCnt="0">
        <dgm:presLayoutVars>
          <dgm:dir/>
          <dgm:animLvl val="lvl"/>
          <dgm:resizeHandles val="exact"/>
        </dgm:presLayoutVars>
      </dgm:prSet>
      <dgm:spPr/>
    </dgm:pt>
    <dgm:pt modelId="{DF04FE28-3BC1-4507-882D-D4A089CBCD6D}" type="pres">
      <dgm:prSet presAssocID="{3D5A147E-49DE-42A0-9CAB-F9D8E3B30F3F}" presName="composite" presStyleCnt="0"/>
      <dgm:spPr/>
    </dgm:pt>
    <dgm:pt modelId="{9E917501-1E52-4C7A-9060-47A180C9A8C2}" type="pres">
      <dgm:prSet presAssocID="{3D5A147E-49DE-42A0-9CAB-F9D8E3B30F3F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2B0DC5D8-C530-4F3D-8379-45B4F5F7F428}" type="pres">
      <dgm:prSet presAssocID="{3D5A147E-49DE-42A0-9CAB-F9D8E3B30F3F}" presName="desTx" presStyleLbl="alignAccFollowNode1" presStyleIdx="0" presStyleCnt="5">
        <dgm:presLayoutVars>
          <dgm:bulletEnabled val="1"/>
        </dgm:presLayoutVars>
      </dgm:prSet>
      <dgm:spPr/>
    </dgm:pt>
    <dgm:pt modelId="{963F1AF9-C52A-4C52-8DD4-B04FD8903906}" type="pres">
      <dgm:prSet presAssocID="{7502F37B-4CDE-423F-BC06-F8B13C634372}" presName="space" presStyleCnt="0"/>
      <dgm:spPr/>
    </dgm:pt>
    <dgm:pt modelId="{0BDFA62E-701C-4B93-8C77-398CBBD3688A}" type="pres">
      <dgm:prSet presAssocID="{0AD7B25D-EB42-4899-B6C7-975496FA4C0A}" presName="composite" presStyleCnt="0"/>
      <dgm:spPr/>
    </dgm:pt>
    <dgm:pt modelId="{2E77F1D7-96F7-450D-933C-8FB5A9DD543C}" type="pres">
      <dgm:prSet presAssocID="{0AD7B25D-EB42-4899-B6C7-975496FA4C0A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F4A38541-B35B-411D-A36E-AD42CAAC9088}" type="pres">
      <dgm:prSet presAssocID="{0AD7B25D-EB42-4899-B6C7-975496FA4C0A}" presName="desTx" presStyleLbl="alignAccFollowNode1" presStyleIdx="1" presStyleCnt="5">
        <dgm:presLayoutVars>
          <dgm:bulletEnabled val="1"/>
        </dgm:presLayoutVars>
      </dgm:prSet>
      <dgm:spPr/>
    </dgm:pt>
    <dgm:pt modelId="{9F319418-8D35-46AD-A228-851B527ABB1A}" type="pres">
      <dgm:prSet presAssocID="{DCB663D8-B21A-4644-A244-298137D881AA}" presName="space" presStyleCnt="0"/>
      <dgm:spPr/>
    </dgm:pt>
    <dgm:pt modelId="{E45E07FD-AE2D-44DD-B9DE-94D32589E098}" type="pres">
      <dgm:prSet presAssocID="{4E417D5F-F3A5-4ED2-BA89-8B13D302A8E1}" presName="composite" presStyleCnt="0"/>
      <dgm:spPr/>
    </dgm:pt>
    <dgm:pt modelId="{97DB89A9-96A4-496C-B93F-C81D24CF8B3B}" type="pres">
      <dgm:prSet presAssocID="{4E417D5F-F3A5-4ED2-BA89-8B13D302A8E1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1955D8DA-B753-454D-8700-03D68B0AF688}" type="pres">
      <dgm:prSet presAssocID="{4E417D5F-F3A5-4ED2-BA89-8B13D302A8E1}" presName="desTx" presStyleLbl="alignAccFollowNode1" presStyleIdx="2" presStyleCnt="5">
        <dgm:presLayoutVars>
          <dgm:bulletEnabled val="1"/>
        </dgm:presLayoutVars>
      </dgm:prSet>
      <dgm:spPr/>
    </dgm:pt>
    <dgm:pt modelId="{C009512D-99A1-4655-9CA9-5ABE1422AA54}" type="pres">
      <dgm:prSet presAssocID="{F1C73EF1-6FBA-4AF4-971C-2D0F060A1F67}" presName="space" presStyleCnt="0"/>
      <dgm:spPr/>
    </dgm:pt>
    <dgm:pt modelId="{11065D38-1C98-4542-BFA9-C3E4751B1EB2}" type="pres">
      <dgm:prSet presAssocID="{5A917C0A-C69C-4858-8B7E-1F242CFA7A4B}" presName="composite" presStyleCnt="0"/>
      <dgm:spPr/>
    </dgm:pt>
    <dgm:pt modelId="{338A0CBD-0985-45A6-A7FC-F15D75D74678}" type="pres">
      <dgm:prSet presAssocID="{5A917C0A-C69C-4858-8B7E-1F242CFA7A4B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5F1E440E-22A4-4045-8C69-EEA7EB3120F7}" type="pres">
      <dgm:prSet presAssocID="{5A917C0A-C69C-4858-8B7E-1F242CFA7A4B}" presName="desTx" presStyleLbl="alignAccFollowNode1" presStyleIdx="3" presStyleCnt="5">
        <dgm:presLayoutVars>
          <dgm:bulletEnabled val="1"/>
        </dgm:presLayoutVars>
      </dgm:prSet>
      <dgm:spPr/>
    </dgm:pt>
    <dgm:pt modelId="{6D9DBEAA-2D12-4FD6-86E0-EEADF96F5CCE}" type="pres">
      <dgm:prSet presAssocID="{389E8A6D-97AB-4BB4-9B57-7432F5F35A7A}" presName="space" presStyleCnt="0"/>
      <dgm:spPr/>
    </dgm:pt>
    <dgm:pt modelId="{0018FF07-E97D-4F6F-8338-8C26E2A2D4A1}" type="pres">
      <dgm:prSet presAssocID="{346497A1-4E48-431B-9F74-3B812D6AE66E}" presName="composite" presStyleCnt="0"/>
      <dgm:spPr/>
    </dgm:pt>
    <dgm:pt modelId="{CE600AB2-E059-48A0-AD26-9AD431E0F46E}" type="pres">
      <dgm:prSet presAssocID="{346497A1-4E48-431B-9F74-3B812D6AE66E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935AB512-4F40-4AD2-8C1D-05B04B46399C}" type="pres">
      <dgm:prSet presAssocID="{346497A1-4E48-431B-9F74-3B812D6AE66E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FBDCF50A-5CD5-4D1D-B35E-F8535E5FE9B3}" type="presOf" srcId="{861A628B-D01A-4AC6-812A-C6ED3B629A14}" destId="{2B0DC5D8-C530-4F3D-8379-45B4F5F7F428}" srcOrd="0" destOrd="3" presId="urn:microsoft.com/office/officeart/2005/8/layout/hList1"/>
    <dgm:cxn modelId="{77B8D01B-B5E8-472B-888E-EF2E312F6BCC}" srcId="{0AD7B25D-EB42-4899-B6C7-975496FA4C0A}" destId="{D4746BF9-30FC-4E76-8B9B-D2280E8467F2}" srcOrd="1" destOrd="0" parTransId="{E1F3A658-F1F6-4F00-938E-19C0DD6BAAEF}" sibTransId="{36AFBBAC-6CE1-4314-A5AB-A9C6F1A405FB}"/>
    <dgm:cxn modelId="{3343881D-D98F-404D-B95E-E9C5C56C05F6}" type="presOf" srcId="{DD8DE610-6F16-4F1F-8794-EAB17FDD9C52}" destId="{F9EE8EF7-A8BD-4976-BBDC-C8A2CB0B0D52}" srcOrd="0" destOrd="0" presId="urn:microsoft.com/office/officeart/2005/8/layout/hList1"/>
    <dgm:cxn modelId="{D72FC91E-D36C-4D7A-AF3A-C03FE2B5706D}" srcId="{DD8DE610-6F16-4F1F-8794-EAB17FDD9C52}" destId="{5A917C0A-C69C-4858-8B7E-1F242CFA7A4B}" srcOrd="3" destOrd="0" parTransId="{8654CE6A-8321-40C5-9568-E07AE46908E9}" sibTransId="{389E8A6D-97AB-4BB4-9B57-7432F5F35A7A}"/>
    <dgm:cxn modelId="{3F821321-D2A7-4962-B4B4-DBA84F446D8E}" type="presOf" srcId="{81BDA722-6E0C-4287-8F93-99E1D63FCA1A}" destId="{1955D8DA-B753-454D-8700-03D68B0AF688}" srcOrd="0" destOrd="2" presId="urn:microsoft.com/office/officeart/2005/8/layout/hList1"/>
    <dgm:cxn modelId="{52F9463E-8B7C-425E-9E2B-C834FB2CD5F2}" srcId="{0AD7B25D-EB42-4899-B6C7-975496FA4C0A}" destId="{8AC36980-E892-4D46-878A-299CA46CE188}" srcOrd="0" destOrd="0" parTransId="{E9576F2F-FA23-437A-93A0-CEB0F7A4241E}" sibTransId="{820413C9-B8B8-4C6C-A768-EEB44E5BD733}"/>
    <dgm:cxn modelId="{EADAA040-C492-4733-87C1-85B7982998F2}" srcId="{3D5A147E-49DE-42A0-9CAB-F9D8E3B30F3F}" destId="{ADDA98C8-583A-4B7E-B62D-D4579DDD7703}" srcOrd="1" destOrd="0" parTransId="{AD83838E-699C-47CC-9852-8ED2C319CAC4}" sibTransId="{E211AE8B-6666-4FDE-949B-B9DBA5C59545}"/>
    <dgm:cxn modelId="{7039F35B-7017-4F9F-9EB8-F3B8E4435F0B}" srcId="{4E417D5F-F3A5-4ED2-BA89-8B13D302A8E1}" destId="{1E85A63C-A23E-4A7E-89AC-7F458CF932AB}" srcOrd="0" destOrd="0" parTransId="{C0E85228-F229-4752-8040-6628C7B956B2}" sibTransId="{D6F69BDF-4A54-4E90-8A28-B9DBF24D712C}"/>
    <dgm:cxn modelId="{58C24F62-4881-45D0-B3A8-B46CA18C8BDA}" type="presOf" srcId="{7A868A1D-ABAA-4EA8-8D8A-655287E01D60}" destId="{5F1E440E-22A4-4045-8C69-EEA7EB3120F7}" srcOrd="0" destOrd="0" presId="urn:microsoft.com/office/officeart/2005/8/layout/hList1"/>
    <dgm:cxn modelId="{165EB645-888F-4938-9382-5F86CCAEB1BC}" srcId="{0AD7B25D-EB42-4899-B6C7-975496FA4C0A}" destId="{E2AA6CC1-8F17-46B7-9768-1073F18BF5EB}" srcOrd="2" destOrd="0" parTransId="{611EAD3E-6052-417C-B1FC-4B9ECC120A2F}" sibTransId="{F4B25ADC-FD76-40A7-9EBD-36E791BEF008}"/>
    <dgm:cxn modelId="{2027FE65-1811-4CD6-8B1F-AA393AB26533}" type="presOf" srcId="{ADDA98C8-583A-4B7E-B62D-D4579DDD7703}" destId="{2B0DC5D8-C530-4F3D-8379-45B4F5F7F428}" srcOrd="0" destOrd="1" presId="urn:microsoft.com/office/officeart/2005/8/layout/hList1"/>
    <dgm:cxn modelId="{C00B8766-CFAB-4CE4-BAB5-DE9FE3DB0564}" srcId="{DD8DE610-6F16-4F1F-8794-EAB17FDD9C52}" destId="{4E417D5F-F3A5-4ED2-BA89-8B13D302A8E1}" srcOrd="2" destOrd="0" parTransId="{A3E39F7E-3B0F-4602-A7D8-A604451CFFDB}" sibTransId="{F1C73EF1-6FBA-4AF4-971C-2D0F060A1F67}"/>
    <dgm:cxn modelId="{057E966E-25F8-4BA7-8960-7AFF81930F97}" srcId="{5A917C0A-C69C-4858-8B7E-1F242CFA7A4B}" destId="{5FC7534E-891C-46DD-9DC7-93578ED28D60}" srcOrd="1" destOrd="0" parTransId="{FC81637D-04D3-4E42-AB7F-526BFE7F8647}" sibTransId="{A80ADCE5-91C2-4D10-8EF6-20EE1D73F282}"/>
    <dgm:cxn modelId="{FA089B50-3A21-4090-9D75-11037EC7B893}" type="presOf" srcId="{5A917C0A-C69C-4858-8B7E-1F242CFA7A4B}" destId="{338A0CBD-0985-45A6-A7FC-F15D75D74678}" srcOrd="0" destOrd="0" presId="urn:microsoft.com/office/officeart/2005/8/layout/hList1"/>
    <dgm:cxn modelId="{676B0574-8FCD-411A-86B6-4FEF7C710048}" type="presOf" srcId="{081F0031-5BF9-4DDB-B78A-0BB6E7F84B98}" destId="{1955D8DA-B753-454D-8700-03D68B0AF688}" srcOrd="0" destOrd="1" presId="urn:microsoft.com/office/officeart/2005/8/layout/hList1"/>
    <dgm:cxn modelId="{4049CE54-ABD7-4CDA-ADE2-E232FAF882B8}" type="presOf" srcId="{346497A1-4E48-431B-9F74-3B812D6AE66E}" destId="{CE600AB2-E059-48A0-AD26-9AD431E0F46E}" srcOrd="0" destOrd="0" presId="urn:microsoft.com/office/officeart/2005/8/layout/hList1"/>
    <dgm:cxn modelId="{BA671E56-8EB6-4361-B0A1-96715079B4DD}" type="presOf" srcId="{8AC36980-E892-4D46-878A-299CA46CE188}" destId="{F4A38541-B35B-411D-A36E-AD42CAAC9088}" srcOrd="0" destOrd="0" presId="urn:microsoft.com/office/officeart/2005/8/layout/hList1"/>
    <dgm:cxn modelId="{A5046079-E9DE-4EFD-B487-03ADF8947EE1}" type="presOf" srcId="{1E85A63C-A23E-4A7E-89AC-7F458CF932AB}" destId="{1955D8DA-B753-454D-8700-03D68B0AF688}" srcOrd="0" destOrd="0" presId="urn:microsoft.com/office/officeart/2005/8/layout/hList1"/>
    <dgm:cxn modelId="{0B9CFD84-8F40-4796-AB71-016432EAE902}" srcId="{346497A1-4E48-431B-9F74-3B812D6AE66E}" destId="{46597130-D60E-436B-80BB-0979143799C3}" srcOrd="0" destOrd="0" parTransId="{26A77CA2-8C63-4EBC-90D8-EA0E0B7218C3}" sibTransId="{599E5472-28F0-4CAC-8BED-11E5FFFFEAFF}"/>
    <dgm:cxn modelId="{97BA0887-15E7-48A3-B03F-5AA5DD4463A1}" type="presOf" srcId="{3D5A147E-49DE-42A0-9CAB-F9D8E3B30F3F}" destId="{9E917501-1E52-4C7A-9060-47A180C9A8C2}" srcOrd="0" destOrd="0" presId="urn:microsoft.com/office/officeart/2005/8/layout/hList1"/>
    <dgm:cxn modelId="{CB04A18A-37F7-4CDF-9E9C-04843A4126F9}" type="presOf" srcId="{7464C5C3-6A7C-4111-8D83-3D8241BE4C48}" destId="{2B0DC5D8-C530-4F3D-8379-45B4F5F7F428}" srcOrd="0" destOrd="0" presId="urn:microsoft.com/office/officeart/2005/8/layout/hList1"/>
    <dgm:cxn modelId="{548F078D-062C-4EAC-8BAE-D396E0843713}" srcId="{DD8DE610-6F16-4F1F-8794-EAB17FDD9C52}" destId="{346497A1-4E48-431B-9F74-3B812D6AE66E}" srcOrd="4" destOrd="0" parTransId="{019B74A9-3358-43B7-B1B2-8FADABAFB9B2}" sibTransId="{DDCBD391-A2CF-4173-9594-04B7322B4FA9}"/>
    <dgm:cxn modelId="{F3C0D891-4011-4358-B28C-2FD5869F7FE0}" type="presOf" srcId="{0C95B585-3BF2-434B-A182-316A344D51DA}" destId="{5F1E440E-22A4-4045-8C69-EEA7EB3120F7}" srcOrd="0" destOrd="2" presId="urn:microsoft.com/office/officeart/2005/8/layout/hList1"/>
    <dgm:cxn modelId="{BFE64392-7443-4E60-9DF0-550D624B6473}" type="presOf" srcId="{D4746BF9-30FC-4E76-8B9B-D2280E8467F2}" destId="{F4A38541-B35B-411D-A36E-AD42CAAC9088}" srcOrd="0" destOrd="1" presId="urn:microsoft.com/office/officeart/2005/8/layout/hList1"/>
    <dgm:cxn modelId="{BA4B389D-9DA3-4468-8A11-B8BDA318E365}" type="presOf" srcId="{61C72FF1-1164-4CE6-A993-6D48DF0C5E99}" destId="{2B0DC5D8-C530-4F3D-8379-45B4F5F7F428}" srcOrd="0" destOrd="2" presId="urn:microsoft.com/office/officeart/2005/8/layout/hList1"/>
    <dgm:cxn modelId="{387393A0-6858-490C-9837-B455605C7E7E}" type="presOf" srcId="{97A1F7AF-38A9-45B1-B8F4-9FF1B1020E7B}" destId="{935AB512-4F40-4AD2-8C1D-05B04B46399C}" srcOrd="0" destOrd="1" presId="urn:microsoft.com/office/officeart/2005/8/layout/hList1"/>
    <dgm:cxn modelId="{61A0AEA0-9307-422B-B28C-0A877BB49B23}" type="presOf" srcId="{4E417D5F-F3A5-4ED2-BA89-8B13D302A8E1}" destId="{97DB89A9-96A4-496C-B93F-C81D24CF8B3B}" srcOrd="0" destOrd="0" presId="urn:microsoft.com/office/officeart/2005/8/layout/hList1"/>
    <dgm:cxn modelId="{C055ACA1-CDA0-4F98-AA3A-16C2CC1C3893}" srcId="{3D5A147E-49DE-42A0-9CAB-F9D8E3B30F3F}" destId="{7464C5C3-6A7C-4111-8D83-3D8241BE4C48}" srcOrd="0" destOrd="0" parTransId="{2CA9525A-5AD4-46A9-9C3E-ABA90EBA609C}" sibTransId="{E473B0AB-E8C5-446B-9B1D-9456DFAE5DE4}"/>
    <dgm:cxn modelId="{26E01FB5-5DE9-4BBC-8689-BB3EB48BB533}" srcId="{ADDA98C8-583A-4B7E-B62D-D4579DDD7703}" destId="{61C72FF1-1164-4CE6-A993-6D48DF0C5E99}" srcOrd="0" destOrd="0" parTransId="{1B390605-F700-4607-9927-2BDC033A1207}" sibTransId="{69909E0E-3CEE-470A-9A27-7EB096C6ED09}"/>
    <dgm:cxn modelId="{936E7ABB-8DDF-4072-A6E8-341EA9CD48C0}" srcId="{4E417D5F-F3A5-4ED2-BA89-8B13D302A8E1}" destId="{081F0031-5BF9-4DDB-B78A-0BB6E7F84B98}" srcOrd="1" destOrd="0" parTransId="{05D21B77-C198-409E-A64B-C8609E8D92BA}" sibTransId="{5F3C6634-6787-4A43-920F-AF062D917085}"/>
    <dgm:cxn modelId="{1A58C0BD-2EA2-46D6-920E-0AE19511E5BA}" type="presOf" srcId="{46597130-D60E-436B-80BB-0979143799C3}" destId="{935AB512-4F40-4AD2-8C1D-05B04B46399C}" srcOrd="0" destOrd="0" presId="urn:microsoft.com/office/officeart/2005/8/layout/hList1"/>
    <dgm:cxn modelId="{BAE596BF-12AF-4EE2-9CAA-130BD9ADB80B}" srcId="{346497A1-4E48-431B-9F74-3B812D6AE66E}" destId="{DC6C8DDA-14E2-4E6D-B42C-EA23DB7DEC69}" srcOrd="2" destOrd="0" parTransId="{D25718F9-470B-47C7-88C0-32DFC1F44044}" sibTransId="{096B8996-7487-45F7-9A49-C13BE655CAF8}"/>
    <dgm:cxn modelId="{5BF7D1C3-B775-441D-B4C4-BB3DEA0908FF}" srcId="{ADDA98C8-583A-4B7E-B62D-D4579DDD7703}" destId="{861A628B-D01A-4AC6-812A-C6ED3B629A14}" srcOrd="1" destOrd="0" parTransId="{48CCE108-9088-4F28-AC95-09C68B938482}" sibTransId="{D123AD8F-C9EE-486F-A303-497179B0D546}"/>
    <dgm:cxn modelId="{CC1A57CC-E7E8-463F-9B61-98A23AF46230}" srcId="{5A917C0A-C69C-4858-8B7E-1F242CFA7A4B}" destId="{7A868A1D-ABAA-4EA8-8D8A-655287E01D60}" srcOrd="0" destOrd="0" parTransId="{A289786A-EA3E-424D-87F3-A65A9D976F26}" sibTransId="{F5CC88F6-5A32-4671-AD44-4CE0A8323323}"/>
    <dgm:cxn modelId="{31B208CF-B698-4EFA-A333-0C48DE743F48}" srcId="{4E417D5F-F3A5-4ED2-BA89-8B13D302A8E1}" destId="{81BDA722-6E0C-4287-8F93-99E1D63FCA1A}" srcOrd="2" destOrd="0" parTransId="{06F03D90-F1EA-43E1-8B5A-EDB776342881}" sibTransId="{39288013-DC70-4E4B-B50E-306DDD8D664D}"/>
    <dgm:cxn modelId="{5F2E39D8-A9BF-44EC-9D5B-4EC233F86220}" srcId="{DD8DE610-6F16-4F1F-8794-EAB17FDD9C52}" destId="{3D5A147E-49DE-42A0-9CAB-F9D8E3B30F3F}" srcOrd="0" destOrd="0" parTransId="{56E84834-FA54-4C9C-B445-118DB05EEE38}" sibTransId="{7502F37B-4CDE-423F-BC06-F8B13C634372}"/>
    <dgm:cxn modelId="{3122C2DE-1754-46D4-A58D-B0C8FC4E75A4}" srcId="{346497A1-4E48-431B-9F74-3B812D6AE66E}" destId="{97A1F7AF-38A9-45B1-B8F4-9FF1B1020E7B}" srcOrd="1" destOrd="0" parTransId="{1D5350C2-8309-4851-A0A8-810A149C2883}" sibTransId="{E63B0CC2-7EFB-4006-A0CE-92E87ADFDBD2}"/>
    <dgm:cxn modelId="{06BB09EE-9318-4DAA-817E-FE8F67298455}" srcId="{5A917C0A-C69C-4858-8B7E-1F242CFA7A4B}" destId="{0C95B585-3BF2-434B-A182-316A344D51DA}" srcOrd="2" destOrd="0" parTransId="{180DB269-A162-4B51-A4CA-900007BF3F1A}" sibTransId="{F1604F84-F4FC-430D-B0F5-9C7A8A762C3D}"/>
    <dgm:cxn modelId="{A75D11F1-147D-44B7-825C-2C36CC4A633F}" type="presOf" srcId="{5FC7534E-891C-46DD-9DC7-93578ED28D60}" destId="{5F1E440E-22A4-4045-8C69-EEA7EB3120F7}" srcOrd="0" destOrd="1" presId="urn:microsoft.com/office/officeart/2005/8/layout/hList1"/>
    <dgm:cxn modelId="{997A3BF3-39AA-4C5A-A94E-6B8B2AD61D4D}" type="presOf" srcId="{0AD7B25D-EB42-4899-B6C7-975496FA4C0A}" destId="{2E77F1D7-96F7-450D-933C-8FB5A9DD543C}" srcOrd="0" destOrd="0" presId="urn:microsoft.com/office/officeart/2005/8/layout/hList1"/>
    <dgm:cxn modelId="{555004F4-B6C7-42DD-82B7-4A7B9132B26B}" type="presOf" srcId="{E2AA6CC1-8F17-46B7-9768-1073F18BF5EB}" destId="{F4A38541-B35B-411D-A36E-AD42CAAC9088}" srcOrd="0" destOrd="2" presId="urn:microsoft.com/office/officeart/2005/8/layout/hList1"/>
    <dgm:cxn modelId="{6D94DEF9-00F0-4E31-8117-31BB47CA0A51}" srcId="{DD8DE610-6F16-4F1F-8794-EAB17FDD9C52}" destId="{0AD7B25D-EB42-4899-B6C7-975496FA4C0A}" srcOrd="1" destOrd="0" parTransId="{FF3F1638-3DB0-4E92-8384-7889AC9ED050}" sibTransId="{DCB663D8-B21A-4644-A244-298137D881AA}"/>
    <dgm:cxn modelId="{3EE237FE-376C-47B7-AABB-1177C9B1DCB9}" type="presOf" srcId="{DC6C8DDA-14E2-4E6D-B42C-EA23DB7DEC69}" destId="{935AB512-4F40-4AD2-8C1D-05B04B46399C}" srcOrd="0" destOrd="2" presId="urn:microsoft.com/office/officeart/2005/8/layout/hList1"/>
    <dgm:cxn modelId="{B5685F1C-683D-48D6-80EC-EEE04D07F0AC}" type="presParOf" srcId="{F9EE8EF7-A8BD-4976-BBDC-C8A2CB0B0D52}" destId="{DF04FE28-3BC1-4507-882D-D4A089CBCD6D}" srcOrd="0" destOrd="0" presId="urn:microsoft.com/office/officeart/2005/8/layout/hList1"/>
    <dgm:cxn modelId="{AD6801FC-A634-4F70-B926-F537642C1AA3}" type="presParOf" srcId="{DF04FE28-3BC1-4507-882D-D4A089CBCD6D}" destId="{9E917501-1E52-4C7A-9060-47A180C9A8C2}" srcOrd="0" destOrd="0" presId="urn:microsoft.com/office/officeart/2005/8/layout/hList1"/>
    <dgm:cxn modelId="{294DA17F-FF88-4FD0-A3A1-94000F1838C8}" type="presParOf" srcId="{DF04FE28-3BC1-4507-882D-D4A089CBCD6D}" destId="{2B0DC5D8-C530-4F3D-8379-45B4F5F7F428}" srcOrd="1" destOrd="0" presId="urn:microsoft.com/office/officeart/2005/8/layout/hList1"/>
    <dgm:cxn modelId="{BD2B353F-F9E8-4572-8FE7-E104F313DA44}" type="presParOf" srcId="{F9EE8EF7-A8BD-4976-BBDC-C8A2CB0B0D52}" destId="{963F1AF9-C52A-4C52-8DD4-B04FD8903906}" srcOrd="1" destOrd="0" presId="urn:microsoft.com/office/officeart/2005/8/layout/hList1"/>
    <dgm:cxn modelId="{93AFDCDB-5ACF-4BAB-9906-B7D4C7FBF7E5}" type="presParOf" srcId="{F9EE8EF7-A8BD-4976-BBDC-C8A2CB0B0D52}" destId="{0BDFA62E-701C-4B93-8C77-398CBBD3688A}" srcOrd="2" destOrd="0" presId="urn:microsoft.com/office/officeart/2005/8/layout/hList1"/>
    <dgm:cxn modelId="{41D213B2-91D7-403F-90A7-51797C0BE080}" type="presParOf" srcId="{0BDFA62E-701C-4B93-8C77-398CBBD3688A}" destId="{2E77F1D7-96F7-450D-933C-8FB5A9DD543C}" srcOrd="0" destOrd="0" presId="urn:microsoft.com/office/officeart/2005/8/layout/hList1"/>
    <dgm:cxn modelId="{5027F7AB-68B9-43E1-9ABD-2157B9BE562C}" type="presParOf" srcId="{0BDFA62E-701C-4B93-8C77-398CBBD3688A}" destId="{F4A38541-B35B-411D-A36E-AD42CAAC9088}" srcOrd="1" destOrd="0" presId="urn:microsoft.com/office/officeart/2005/8/layout/hList1"/>
    <dgm:cxn modelId="{E7AD1435-4D50-48A0-83E4-A90B1F826A21}" type="presParOf" srcId="{F9EE8EF7-A8BD-4976-BBDC-C8A2CB0B0D52}" destId="{9F319418-8D35-46AD-A228-851B527ABB1A}" srcOrd="3" destOrd="0" presId="urn:microsoft.com/office/officeart/2005/8/layout/hList1"/>
    <dgm:cxn modelId="{B75BF829-14C6-4C96-839E-D23DDB6BE332}" type="presParOf" srcId="{F9EE8EF7-A8BD-4976-BBDC-C8A2CB0B0D52}" destId="{E45E07FD-AE2D-44DD-B9DE-94D32589E098}" srcOrd="4" destOrd="0" presId="urn:microsoft.com/office/officeart/2005/8/layout/hList1"/>
    <dgm:cxn modelId="{4798B03C-4FEE-4A94-9116-6BFBB4E1CFB5}" type="presParOf" srcId="{E45E07FD-AE2D-44DD-B9DE-94D32589E098}" destId="{97DB89A9-96A4-496C-B93F-C81D24CF8B3B}" srcOrd="0" destOrd="0" presId="urn:microsoft.com/office/officeart/2005/8/layout/hList1"/>
    <dgm:cxn modelId="{F3D1876F-EFBE-45DA-844F-D8ACD4CF03A2}" type="presParOf" srcId="{E45E07FD-AE2D-44DD-B9DE-94D32589E098}" destId="{1955D8DA-B753-454D-8700-03D68B0AF688}" srcOrd="1" destOrd="0" presId="urn:microsoft.com/office/officeart/2005/8/layout/hList1"/>
    <dgm:cxn modelId="{00406BDA-68D0-4BB9-994F-8718C37F18BF}" type="presParOf" srcId="{F9EE8EF7-A8BD-4976-BBDC-C8A2CB0B0D52}" destId="{C009512D-99A1-4655-9CA9-5ABE1422AA54}" srcOrd="5" destOrd="0" presId="urn:microsoft.com/office/officeart/2005/8/layout/hList1"/>
    <dgm:cxn modelId="{34100B26-867D-4B18-B6A4-E581447AD256}" type="presParOf" srcId="{F9EE8EF7-A8BD-4976-BBDC-C8A2CB0B0D52}" destId="{11065D38-1C98-4542-BFA9-C3E4751B1EB2}" srcOrd="6" destOrd="0" presId="urn:microsoft.com/office/officeart/2005/8/layout/hList1"/>
    <dgm:cxn modelId="{9C8FC5BB-EC8A-4A3D-B5F8-518F0828A868}" type="presParOf" srcId="{11065D38-1C98-4542-BFA9-C3E4751B1EB2}" destId="{338A0CBD-0985-45A6-A7FC-F15D75D74678}" srcOrd="0" destOrd="0" presId="urn:microsoft.com/office/officeart/2005/8/layout/hList1"/>
    <dgm:cxn modelId="{2628FA98-300D-48CF-8531-A0838D9FCCF6}" type="presParOf" srcId="{11065D38-1C98-4542-BFA9-C3E4751B1EB2}" destId="{5F1E440E-22A4-4045-8C69-EEA7EB3120F7}" srcOrd="1" destOrd="0" presId="urn:microsoft.com/office/officeart/2005/8/layout/hList1"/>
    <dgm:cxn modelId="{65047CD1-EC5C-43E0-AF7F-28664C1F3AED}" type="presParOf" srcId="{F9EE8EF7-A8BD-4976-BBDC-C8A2CB0B0D52}" destId="{6D9DBEAA-2D12-4FD6-86E0-EEADF96F5CCE}" srcOrd="7" destOrd="0" presId="urn:microsoft.com/office/officeart/2005/8/layout/hList1"/>
    <dgm:cxn modelId="{5E0012D5-1544-4629-84FA-257DFC685F33}" type="presParOf" srcId="{F9EE8EF7-A8BD-4976-BBDC-C8A2CB0B0D52}" destId="{0018FF07-E97D-4F6F-8338-8C26E2A2D4A1}" srcOrd="8" destOrd="0" presId="urn:microsoft.com/office/officeart/2005/8/layout/hList1"/>
    <dgm:cxn modelId="{4EBDB280-AF2E-4F63-8B37-A7D0BA660820}" type="presParOf" srcId="{0018FF07-E97D-4F6F-8338-8C26E2A2D4A1}" destId="{CE600AB2-E059-48A0-AD26-9AD431E0F46E}" srcOrd="0" destOrd="0" presId="urn:microsoft.com/office/officeart/2005/8/layout/hList1"/>
    <dgm:cxn modelId="{F806285D-2516-44C2-978C-3E2ECF7EF005}" type="presParOf" srcId="{0018FF07-E97D-4F6F-8338-8C26E2A2D4A1}" destId="{935AB512-4F40-4AD2-8C1D-05B04B46399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A1D6B2-D904-4730-9D57-DF97055E4EEB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D"/>
        </a:p>
      </dgm:t>
    </dgm:pt>
    <dgm:pt modelId="{1E5C03AF-C595-4C4A-BD03-A45EF2501472}">
      <dgm:prSet phldrT="[Text]"/>
      <dgm:spPr/>
      <dgm:t>
        <a:bodyPr/>
        <a:lstStyle/>
        <a:p>
          <a:r>
            <a:rPr lang="en-US" dirty="0"/>
            <a:t>MEDIK SPESIALIS</a:t>
          </a:r>
          <a:endParaRPr lang="en-ID" dirty="0"/>
        </a:p>
      </dgm:t>
    </dgm:pt>
    <dgm:pt modelId="{6FF7070D-67CE-4BD1-B0AC-A4BCA1A5837C}" type="parTrans" cxnId="{A55A6B19-50E2-47D1-8C5E-039893AC42CD}">
      <dgm:prSet/>
      <dgm:spPr/>
      <dgm:t>
        <a:bodyPr/>
        <a:lstStyle/>
        <a:p>
          <a:endParaRPr lang="en-ID"/>
        </a:p>
      </dgm:t>
    </dgm:pt>
    <dgm:pt modelId="{64A1BCBA-AAF9-438D-8146-EBB47FE472AA}" type="sibTrans" cxnId="{A55A6B19-50E2-47D1-8C5E-039893AC42CD}">
      <dgm:prSet/>
      <dgm:spPr/>
      <dgm:t>
        <a:bodyPr/>
        <a:lstStyle/>
        <a:p>
          <a:endParaRPr lang="en-ID"/>
        </a:p>
      </dgm:t>
    </dgm:pt>
    <dgm:pt modelId="{915413B2-9E44-4047-B103-604ED5D3C992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Dokter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Spesialis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dan Dokter Gigi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Spesialis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2F3E51-4D0C-43B2-A055-4DB77A07A997}" type="parTrans" cxnId="{D277E4C4-B0BB-4CF6-BF06-E4C349F6E2AC}">
      <dgm:prSet/>
      <dgm:spPr/>
      <dgm:t>
        <a:bodyPr/>
        <a:lstStyle/>
        <a:p>
          <a:endParaRPr lang="en-ID"/>
        </a:p>
      </dgm:t>
    </dgm:pt>
    <dgm:pt modelId="{A86A80BD-CAE6-4E93-89BD-D3FE833DC329}" type="sibTrans" cxnId="{D277E4C4-B0BB-4CF6-BF06-E4C349F6E2AC}">
      <dgm:prSet/>
      <dgm:spPr/>
      <dgm:t>
        <a:bodyPr/>
        <a:lstStyle/>
        <a:p>
          <a:endParaRPr lang="en-ID"/>
        </a:p>
      </dgm:t>
    </dgm:pt>
    <dgm:pt modelId="{ECFE9BDC-7E13-4C0C-87FB-0E916404161D}">
      <dgm:prSet phldrT="[Text]"/>
      <dgm:spPr/>
      <dgm:t>
        <a:bodyPr/>
        <a:lstStyle/>
        <a:p>
          <a:r>
            <a:rPr lang="en-US" dirty="0"/>
            <a:t>TENAGA KESEHATAN LAIN</a:t>
          </a:r>
          <a:endParaRPr lang="en-ID" dirty="0"/>
        </a:p>
      </dgm:t>
    </dgm:pt>
    <dgm:pt modelId="{DAE63667-E220-4365-9AB2-9BD75137593F}" type="parTrans" cxnId="{BC8E8F4C-B708-488A-8627-D03F116EE9FE}">
      <dgm:prSet/>
      <dgm:spPr/>
      <dgm:t>
        <a:bodyPr/>
        <a:lstStyle/>
        <a:p>
          <a:endParaRPr lang="en-ID"/>
        </a:p>
      </dgm:t>
    </dgm:pt>
    <dgm:pt modelId="{F07B23A7-1F0B-46C8-A138-A3E7D34E3396}" type="sibTrans" cxnId="{BC8E8F4C-B708-488A-8627-D03F116EE9FE}">
      <dgm:prSet/>
      <dgm:spPr/>
      <dgm:t>
        <a:bodyPr/>
        <a:lstStyle/>
        <a:p>
          <a:endParaRPr lang="en-ID"/>
        </a:p>
      </dgm:t>
    </dgm:pt>
    <dgm:pt modelId="{2E92611C-8CD0-4526-930A-7AC2AAB2ED49}">
      <dgm:prSet phldrT="[Text]" custT="1"/>
      <dgm:spPr/>
      <dgm:t>
        <a:bodyPr/>
        <a:lstStyle/>
        <a:p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Radiografer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FCD9046-FE33-44D3-BB4D-29F05E7F06ED}" type="parTrans" cxnId="{B7EFF574-407A-4AD7-9191-A2E894C0C816}">
      <dgm:prSet/>
      <dgm:spPr/>
      <dgm:t>
        <a:bodyPr/>
        <a:lstStyle/>
        <a:p>
          <a:endParaRPr lang="en-ID"/>
        </a:p>
      </dgm:t>
    </dgm:pt>
    <dgm:pt modelId="{576E6674-1979-48D0-9216-901DDFEA5D79}" type="sibTrans" cxnId="{B7EFF574-407A-4AD7-9191-A2E894C0C816}">
      <dgm:prSet/>
      <dgm:spPr/>
      <dgm:t>
        <a:bodyPr/>
        <a:lstStyle/>
        <a:p>
          <a:endParaRPr lang="en-ID"/>
        </a:p>
      </dgm:t>
    </dgm:pt>
    <dgm:pt modelId="{C363C6B8-7138-4493-9F78-2757413DB5A0}">
      <dgm:prSet phldrT="[Text]" custT="1"/>
      <dgm:spPr/>
      <dgm:t>
        <a:bodyPr/>
        <a:lstStyle/>
        <a:p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Fisioterapis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99F24F-564F-4EDC-BE74-EB522628D241}" type="parTrans" cxnId="{5D545B31-22F5-4C5B-AF1F-6AB58A5760D9}">
      <dgm:prSet/>
      <dgm:spPr/>
      <dgm:t>
        <a:bodyPr/>
        <a:lstStyle/>
        <a:p>
          <a:endParaRPr lang="en-ID"/>
        </a:p>
      </dgm:t>
    </dgm:pt>
    <dgm:pt modelId="{9C2B1DAA-A50E-4E42-B861-3BE5FF1FFFC8}" type="sibTrans" cxnId="{5D545B31-22F5-4C5B-AF1F-6AB58A5760D9}">
      <dgm:prSet/>
      <dgm:spPr/>
      <dgm:t>
        <a:bodyPr/>
        <a:lstStyle/>
        <a:p>
          <a:endParaRPr lang="en-ID"/>
        </a:p>
      </dgm:t>
    </dgm:pt>
    <dgm:pt modelId="{EE834CF1-2BE8-406C-8B60-D803DF209A1F}">
      <dgm:prSet phldrT="[Text]"/>
      <dgm:spPr/>
      <dgm:t>
        <a:bodyPr/>
        <a:lstStyle/>
        <a:p>
          <a:r>
            <a:rPr lang="en-US" dirty="0"/>
            <a:t>NON MEDIK</a:t>
          </a:r>
          <a:endParaRPr lang="en-ID" dirty="0"/>
        </a:p>
      </dgm:t>
    </dgm:pt>
    <dgm:pt modelId="{7AA1B3D6-B7EA-4C6D-8A45-8922C223D4FF}" type="parTrans" cxnId="{7FB1AD83-10A5-45D2-BFDD-9BB77029E1E9}">
      <dgm:prSet/>
      <dgm:spPr/>
      <dgm:t>
        <a:bodyPr/>
        <a:lstStyle/>
        <a:p>
          <a:endParaRPr lang="en-ID"/>
        </a:p>
      </dgm:t>
    </dgm:pt>
    <dgm:pt modelId="{CB9D1AE7-2955-44F6-A605-4AE0F9D409A3}" type="sibTrans" cxnId="{7FB1AD83-10A5-45D2-BFDD-9BB77029E1E9}">
      <dgm:prSet/>
      <dgm:spPr/>
      <dgm:t>
        <a:bodyPr/>
        <a:lstStyle/>
        <a:p>
          <a:endParaRPr lang="en-ID"/>
        </a:p>
      </dgm:t>
    </dgm:pt>
    <dgm:pt modelId="{5F9D9097-356C-4FA5-B8BD-41390A6FAB67}">
      <dgm:prSet phldrT="[Text]" custT="1"/>
      <dgm:spPr/>
      <dgm:t>
        <a:bodyPr/>
        <a:lstStyle/>
        <a:p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Koordinator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BA3B5B-6524-4680-B102-F6AF36D0BD9B}" type="parTrans" cxnId="{ED4C18D3-0EB0-4FB2-89C4-3139FAEDC4FA}">
      <dgm:prSet/>
      <dgm:spPr/>
      <dgm:t>
        <a:bodyPr/>
        <a:lstStyle/>
        <a:p>
          <a:endParaRPr lang="en-ID"/>
        </a:p>
      </dgm:t>
    </dgm:pt>
    <dgm:pt modelId="{EC89F2A2-C55D-4079-86F4-A349FFA4FFB8}" type="sibTrans" cxnId="{ED4C18D3-0EB0-4FB2-89C4-3139FAEDC4FA}">
      <dgm:prSet/>
      <dgm:spPr/>
      <dgm:t>
        <a:bodyPr/>
        <a:lstStyle/>
        <a:p>
          <a:endParaRPr lang="en-ID"/>
        </a:p>
      </dgm:t>
    </dgm:pt>
    <dgm:pt modelId="{199BC3D8-2AC9-49AA-A267-D370AEBD7515}">
      <dgm:prSet phldrT="[Text]" custT="1"/>
      <dgm:spPr/>
      <dgm:t>
        <a:bodyPr/>
        <a:lstStyle/>
        <a:p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Kepala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Instalasi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A7CAB9-EBBE-409C-8D5F-4C55E3BA205A}" type="parTrans" cxnId="{543F3675-3DCB-452B-816B-386977956405}">
      <dgm:prSet/>
      <dgm:spPr/>
      <dgm:t>
        <a:bodyPr/>
        <a:lstStyle/>
        <a:p>
          <a:endParaRPr lang="en-ID"/>
        </a:p>
      </dgm:t>
    </dgm:pt>
    <dgm:pt modelId="{0DABF0A0-0FE9-4232-AE33-FBE9432E1B09}" type="sibTrans" cxnId="{543F3675-3DCB-452B-816B-386977956405}">
      <dgm:prSet/>
      <dgm:spPr/>
      <dgm:t>
        <a:bodyPr/>
        <a:lstStyle/>
        <a:p>
          <a:endParaRPr lang="en-ID"/>
        </a:p>
      </dgm:t>
    </dgm:pt>
    <dgm:pt modelId="{F572924F-FF4D-4DDE-89EA-A8398E4E8DB6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ATLM,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dll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572292-174C-4FF2-8E92-6A56B4B46D1C}" type="parTrans" cxnId="{253D2D46-AAB4-4BE7-BB4E-5B84A34BC4A8}">
      <dgm:prSet/>
      <dgm:spPr/>
      <dgm:t>
        <a:bodyPr/>
        <a:lstStyle/>
        <a:p>
          <a:endParaRPr lang="en-ID"/>
        </a:p>
      </dgm:t>
    </dgm:pt>
    <dgm:pt modelId="{3E9E765A-BFA2-42DA-8824-D6EDE38A963C}" type="sibTrans" cxnId="{253D2D46-AAB4-4BE7-BB4E-5B84A34BC4A8}">
      <dgm:prSet/>
      <dgm:spPr/>
      <dgm:t>
        <a:bodyPr/>
        <a:lstStyle/>
        <a:p>
          <a:endParaRPr lang="en-ID"/>
        </a:p>
      </dgm:t>
    </dgm:pt>
    <dgm:pt modelId="{973CBF77-381A-4989-80E4-4DA0BB00FA2E}">
      <dgm:prSet phldrT="[Text]" custT="1"/>
      <dgm:spPr/>
      <dgm:t>
        <a:bodyPr/>
        <a:lstStyle/>
        <a:p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Teknisi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dll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708A57-9CE0-4131-A0FA-3755F5E90589}" type="parTrans" cxnId="{CC64E85D-5E8E-4912-862B-8E2F157A47BF}">
      <dgm:prSet/>
      <dgm:spPr/>
      <dgm:t>
        <a:bodyPr/>
        <a:lstStyle/>
        <a:p>
          <a:endParaRPr lang="en-ID"/>
        </a:p>
      </dgm:t>
    </dgm:pt>
    <dgm:pt modelId="{3FB9ABAE-4D21-4682-B552-0B176A4EBFB3}" type="sibTrans" cxnId="{CC64E85D-5E8E-4912-862B-8E2F157A47BF}">
      <dgm:prSet/>
      <dgm:spPr/>
      <dgm:t>
        <a:bodyPr/>
        <a:lstStyle/>
        <a:p>
          <a:endParaRPr lang="en-ID"/>
        </a:p>
      </dgm:t>
    </dgm:pt>
    <dgm:pt modelId="{7DA4B0D6-F98C-4FBB-A854-5C66317F7C82}">
      <dgm:prSet phldrT="[Text]"/>
      <dgm:spPr/>
      <dgm:t>
        <a:bodyPr/>
        <a:lstStyle/>
        <a:p>
          <a:r>
            <a:rPr lang="en-US" dirty="0"/>
            <a:t>PERAWAT</a:t>
          </a:r>
          <a:endParaRPr lang="en-ID" dirty="0"/>
        </a:p>
      </dgm:t>
    </dgm:pt>
    <dgm:pt modelId="{D95D5D73-0720-40E5-83B5-85865E83E72C}" type="parTrans" cxnId="{9AB8383F-7A51-4AB8-8E9F-9FE12ED3B1C2}">
      <dgm:prSet/>
      <dgm:spPr/>
      <dgm:t>
        <a:bodyPr/>
        <a:lstStyle/>
        <a:p>
          <a:endParaRPr lang="en-ID"/>
        </a:p>
      </dgm:t>
    </dgm:pt>
    <dgm:pt modelId="{0AB9346C-9C25-46B2-98C5-322C12A58191}" type="sibTrans" cxnId="{9AB8383F-7A51-4AB8-8E9F-9FE12ED3B1C2}">
      <dgm:prSet/>
      <dgm:spPr/>
      <dgm:t>
        <a:bodyPr/>
        <a:lstStyle/>
        <a:p>
          <a:endParaRPr lang="en-ID"/>
        </a:p>
      </dgm:t>
    </dgm:pt>
    <dgm:pt modelId="{EDF07707-7E95-400A-B92B-57013F3CD673}">
      <dgm:prSet phldrT="[Text]"/>
      <dgm:spPr/>
      <dgm:t>
        <a:bodyPr/>
        <a:lstStyle/>
        <a:p>
          <a:r>
            <a:rPr lang="en-US" dirty="0"/>
            <a:t>MEDIK</a:t>
          </a:r>
          <a:endParaRPr lang="en-ID" dirty="0"/>
        </a:p>
      </dgm:t>
    </dgm:pt>
    <dgm:pt modelId="{EEAB960C-956F-426A-B016-797DFC51C2E1}" type="parTrans" cxnId="{CE6ACED9-A85B-45C6-8D1D-40DDAE14DF1C}">
      <dgm:prSet/>
      <dgm:spPr/>
      <dgm:t>
        <a:bodyPr/>
        <a:lstStyle/>
        <a:p>
          <a:endParaRPr lang="en-ID"/>
        </a:p>
      </dgm:t>
    </dgm:pt>
    <dgm:pt modelId="{D62157FE-BE44-4176-A8B9-28E38790390E}" type="sibTrans" cxnId="{CE6ACED9-A85B-45C6-8D1D-40DDAE14DF1C}">
      <dgm:prSet/>
      <dgm:spPr/>
      <dgm:t>
        <a:bodyPr/>
        <a:lstStyle/>
        <a:p>
          <a:endParaRPr lang="en-ID"/>
        </a:p>
      </dgm:t>
    </dgm:pt>
    <dgm:pt modelId="{452E334A-EAD1-4944-835E-0387585156C1}">
      <dgm:prSet phldrT="[Text]" custT="1"/>
      <dgm:spPr/>
      <dgm:t>
        <a:bodyPr/>
        <a:lstStyle/>
        <a:p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Dokter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Umum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, Dokter Gigi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9675B4-6CE7-42C0-97EE-F1ACD2EAC371}" type="parTrans" cxnId="{2881F1E6-7110-4F6B-8723-DAB002DA897A}">
      <dgm:prSet/>
      <dgm:spPr/>
      <dgm:t>
        <a:bodyPr/>
        <a:lstStyle/>
        <a:p>
          <a:endParaRPr lang="en-ID"/>
        </a:p>
      </dgm:t>
    </dgm:pt>
    <dgm:pt modelId="{7868F21A-7545-4196-937D-138CA974BBCD}" type="sibTrans" cxnId="{2881F1E6-7110-4F6B-8723-DAB002DA897A}">
      <dgm:prSet/>
      <dgm:spPr/>
      <dgm:t>
        <a:bodyPr/>
        <a:lstStyle/>
        <a:p>
          <a:endParaRPr lang="en-ID"/>
        </a:p>
      </dgm:t>
    </dgm:pt>
    <dgm:pt modelId="{007D3EA1-2437-4512-B785-C3BBD21E782C}">
      <dgm:prSet phldrT="[Text]" custT="1"/>
      <dgm:spPr/>
      <dgm:t>
        <a:bodyPr/>
        <a:lstStyle/>
        <a:p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Perawat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BF9089-91DD-45D4-B515-7E000EEDA376}" type="parTrans" cxnId="{11995B2C-65F8-4665-9DD6-0AD4D6248BD7}">
      <dgm:prSet/>
      <dgm:spPr/>
      <dgm:t>
        <a:bodyPr/>
        <a:lstStyle/>
        <a:p>
          <a:endParaRPr lang="en-ID"/>
        </a:p>
      </dgm:t>
    </dgm:pt>
    <dgm:pt modelId="{8B8AEA6A-D892-42D8-8857-6F7EB6972D41}" type="sibTrans" cxnId="{11995B2C-65F8-4665-9DD6-0AD4D6248BD7}">
      <dgm:prSet/>
      <dgm:spPr/>
      <dgm:t>
        <a:bodyPr/>
        <a:lstStyle/>
        <a:p>
          <a:endParaRPr lang="en-ID"/>
        </a:p>
      </dgm:t>
    </dgm:pt>
    <dgm:pt modelId="{2141143B-EBD3-417D-A34E-4EE8BC52AC84}">
      <dgm:prSet phldrT="[Text]" custT="1"/>
      <dgm:spPr/>
      <dgm:t>
        <a:bodyPr/>
        <a:lstStyle/>
        <a:p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Pengadministrasi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EBDA0D-51CD-49E9-BD77-5A1DB4A855C6}" type="parTrans" cxnId="{7239D5EB-CE41-47CC-8D7D-96DDC1FA4A70}">
      <dgm:prSet/>
      <dgm:spPr/>
      <dgm:t>
        <a:bodyPr/>
        <a:lstStyle/>
        <a:p>
          <a:endParaRPr lang="en-ID"/>
        </a:p>
      </dgm:t>
    </dgm:pt>
    <dgm:pt modelId="{18DB67B4-179D-4CF1-BE82-B3B2D4204EDA}" type="sibTrans" cxnId="{7239D5EB-CE41-47CC-8D7D-96DDC1FA4A70}">
      <dgm:prSet/>
      <dgm:spPr/>
      <dgm:t>
        <a:bodyPr/>
        <a:lstStyle/>
        <a:p>
          <a:endParaRPr lang="en-ID"/>
        </a:p>
      </dgm:t>
    </dgm:pt>
    <dgm:pt modelId="{02B9B9BA-67D7-4B24-8A34-14D37C51B5C1}">
      <dgm:prSet phldrT="[Text]" custT="1"/>
      <dgm:spPr/>
      <dgm:t>
        <a:bodyPr/>
        <a:lstStyle/>
        <a:p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Bidan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15FFB3-E9D4-44D5-89FD-8A53BA04E183}" type="parTrans" cxnId="{493AD896-1008-49C9-B642-05A5724B2711}">
      <dgm:prSet/>
      <dgm:spPr/>
      <dgm:t>
        <a:bodyPr/>
        <a:lstStyle/>
        <a:p>
          <a:endParaRPr lang="en-ID"/>
        </a:p>
      </dgm:t>
    </dgm:pt>
    <dgm:pt modelId="{B92206DE-0A06-4052-BD5C-33ED2B170A3F}" type="sibTrans" cxnId="{493AD896-1008-49C9-B642-05A5724B2711}">
      <dgm:prSet/>
      <dgm:spPr/>
      <dgm:t>
        <a:bodyPr/>
        <a:lstStyle/>
        <a:p>
          <a:endParaRPr lang="en-ID"/>
        </a:p>
      </dgm:t>
    </dgm:pt>
    <dgm:pt modelId="{D3E2767A-7A0C-4C31-A7CE-EC69A60081A2}" type="pres">
      <dgm:prSet presAssocID="{95A1D6B2-D904-4730-9D57-DF97055E4EEB}" presName="Name0" presStyleCnt="0">
        <dgm:presLayoutVars>
          <dgm:dir/>
          <dgm:animLvl val="lvl"/>
          <dgm:resizeHandles val="exact"/>
        </dgm:presLayoutVars>
      </dgm:prSet>
      <dgm:spPr/>
    </dgm:pt>
    <dgm:pt modelId="{1FA651B5-BEDB-4A40-BF54-A9E6E935DE08}" type="pres">
      <dgm:prSet presAssocID="{1E5C03AF-C595-4C4A-BD03-A45EF2501472}" presName="linNode" presStyleCnt="0"/>
      <dgm:spPr/>
    </dgm:pt>
    <dgm:pt modelId="{2B399152-3BEF-426B-978B-1EF500591DE4}" type="pres">
      <dgm:prSet presAssocID="{1E5C03AF-C595-4C4A-BD03-A45EF2501472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647B769C-40D6-411C-B370-79EA1D952615}" type="pres">
      <dgm:prSet presAssocID="{1E5C03AF-C595-4C4A-BD03-A45EF2501472}" presName="descendantText" presStyleLbl="alignAccFollowNode1" presStyleIdx="0" presStyleCnt="5">
        <dgm:presLayoutVars>
          <dgm:bulletEnabled val="1"/>
        </dgm:presLayoutVars>
      </dgm:prSet>
      <dgm:spPr/>
    </dgm:pt>
    <dgm:pt modelId="{168AEC37-51C2-40F2-9E1F-323C81924E50}" type="pres">
      <dgm:prSet presAssocID="{64A1BCBA-AAF9-438D-8146-EBB47FE472AA}" presName="sp" presStyleCnt="0"/>
      <dgm:spPr/>
    </dgm:pt>
    <dgm:pt modelId="{5B0BC521-FCC4-4359-9130-550283A2CE61}" type="pres">
      <dgm:prSet presAssocID="{EDF07707-7E95-400A-B92B-57013F3CD673}" presName="linNode" presStyleCnt="0"/>
      <dgm:spPr/>
    </dgm:pt>
    <dgm:pt modelId="{0162948C-7E69-46ED-873B-CD3A1B98727F}" type="pres">
      <dgm:prSet presAssocID="{EDF07707-7E95-400A-B92B-57013F3CD673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F1D4A262-1121-46EB-8500-9951F2B80AF6}" type="pres">
      <dgm:prSet presAssocID="{EDF07707-7E95-400A-B92B-57013F3CD673}" presName="descendantText" presStyleLbl="alignAccFollowNode1" presStyleIdx="1" presStyleCnt="5">
        <dgm:presLayoutVars>
          <dgm:bulletEnabled val="1"/>
        </dgm:presLayoutVars>
      </dgm:prSet>
      <dgm:spPr/>
    </dgm:pt>
    <dgm:pt modelId="{8705CA65-8165-4704-8003-F334055C73BE}" type="pres">
      <dgm:prSet presAssocID="{D62157FE-BE44-4176-A8B9-28E38790390E}" presName="sp" presStyleCnt="0"/>
      <dgm:spPr/>
    </dgm:pt>
    <dgm:pt modelId="{AC4FFE39-43AA-4A20-875A-BF8D13C2EC3D}" type="pres">
      <dgm:prSet presAssocID="{7DA4B0D6-F98C-4FBB-A854-5C66317F7C82}" presName="linNode" presStyleCnt="0"/>
      <dgm:spPr/>
    </dgm:pt>
    <dgm:pt modelId="{092D3536-9C8D-4DED-9F8D-0B211C1E1C5E}" type="pres">
      <dgm:prSet presAssocID="{7DA4B0D6-F98C-4FBB-A854-5C66317F7C82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D433D46D-5F7F-4A10-AF34-90144D47445C}" type="pres">
      <dgm:prSet presAssocID="{7DA4B0D6-F98C-4FBB-A854-5C66317F7C82}" presName="descendantText" presStyleLbl="alignAccFollowNode1" presStyleIdx="2" presStyleCnt="5">
        <dgm:presLayoutVars>
          <dgm:bulletEnabled val="1"/>
        </dgm:presLayoutVars>
      </dgm:prSet>
      <dgm:spPr/>
    </dgm:pt>
    <dgm:pt modelId="{B99700B3-5A24-462F-B5A4-7C406D8F506F}" type="pres">
      <dgm:prSet presAssocID="{0AB9346C-9C25-46B2-98C5-322C12A58191}" presName="sp" presStyleCnt="0"/>
      <dgm:spPr/>
    </dgm:pt>
    <dgm:pt modelId="{C354CDD2-0FA1-45FF-90A3-3CCEC188B311}" type="pres">
      <dgm:prSet presAssocID="{ECFE9BDC-7E13-4C0C-87FB-0E916404161D}" presName="linNode" presStyleCnt="0"/>
      <dgm:spPr/>
    </dgm:pt>
    <dgm:pt modelId="{8C5DE7CD-FB69-4D01-AE17-36C419B4830E}" type="pres">
      <dgm:prSet presAssocID="{ECFE9BDC-7E13-4C0C-87FB-0E916404161D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A3958772-63F0-4AEF-AE1D-97807D2D7984}" type="pres">
      <dgm:prSet presAssocID="{ECFE9BDC-7E13-4C0C-87FB-0E916404161D}" presName="descendantText" presStyleLbl="alignAccFollowNode1" presStyleIdx="3" presStyleCnt="5" custScaleY="156522">
        <dgm:presLayoutVars>
          <dgm:bulletEnabled val="1"/>
        </dgm:presLayoutVars>
      </dgm:prSet>
      <dgm:spPr/>
    </dgm:pt>
    <dgm:pt modelId="{81EE1980-4632-4376-854C-140CDD60B950}" type="pres">
      <dgm:prSet presAssocID="{F07B23A7-1F0B-46C8-A138-A3E7D34E3396}" presName="sp" presStyleCnt="0"/>
      <dgm:spPr/>
    </dgm:pt>
    <dgm:pt modelId="{F8EDAAE2-36CC-44D1-9BDB-D0D45CE57A43}" type="pres">
      <dgm:prSet presAssocID="{EE834CF1-2BE8-406C-8B60-D803DF209A1F}" presName="linNode" presStyleCnt="0"/>
      <dgm:spPr/>
    </dgm:pt>
    <dgm:pt modelId="{C0B45D28-92FB-44B4-96BF-D7A830E6C0B0}" type="pres">
      <dgm:prSet presAssocID="{EE834CF1-2BE8-406C-8B60-D803DF209A1F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727FA849-A515-4EE8-BAF6-027334AB69DF}" type="pres">
      <dgm:prSet presAssocID="{EE834CF1-2BE8-406C-8B60-D803DF209A1F}" presName="descendantText" presStyleLbl="alignAccFollowNode1" presStyleIdx="4" presStyleCnt="5" custScaleY="165501">
        <dgm:presLayoutVars>
          <dgm:bulletEnabled val="1"/>
        </dgm:presLayoutVars>
      </dgm:prSet>
      <dgm:spPr/>
    </dgm:pt>
  </dgm:ptLst>
  <dgm:cxnLst>
    <dgm:cxn modelId="{8330C707-07FD-4FCA-A8CD-094760C24E99}" type="presOf" srcId="{EDF07707-7E95-400A-B92B-57013F3CD673}" destId="{0162948C-7E69-46ED-873B-CD3A1B98727F}" srcOrd="0" destOrd="0" presId="urn:microsoft.com/office/officeart/2005/8/layout/vList5"/>
    <dgm:cxn modelId="{E489CA11-E9B0-4314-9B77-C6AF28CA14A1}" type="presOf" srcId="{C363C6B8-7138-4493-9F78-2757413DB5A0}" destId="{A3958772-63F0-4AEF-AE1D-97807D2D7984}" srcOrd="0" destOrd="2" presId="urn:microsoft.com/office/officeart/2005/8/layout/vList5"/>
    <dgm:cxn modelId="{A55A6B19-50E2-47D1-8C5E-039893AC42CD}" srcId="{95A1D6B2-D904-4730-9D57-DF97055E4EEB}" destId="{1E5C03AF-C595-4C4A-BD03-A45EF2501472}" srcOrd="0" destOrd="0" parTransId="{6FF7070D-67CE-4BD1-B0AC-A4BCA1A5837C}" sibTransId="{64A1BCBA-AAF9-438D-8146-EBB47FE472AA}"/>
    <dgm:cxn modelId="{1A1AD41D-C0AC-4C0B-BF3A-5D9B29F78A82}" type="presOf" srcId="{199BC3D8-2AC9-49AA-A267-D370AEBD7515}" destId="{727FA849-A515-4EE8-BAF6-027334AB69DF}" srcOrd="0" destOrd="1" presId="urn:microsoft.com/office/officeart/2005/8/layout/vList5"/>
    <dgm:cxn modelId="{11995B2C-65F8-4665-9DD6-0AD4D6248BD7}" srcId="{7DA4B0D6-F98C-4FBB-A854-5C66317F7C82}" destId="{007D3EA1-2437-4512-B785-C3BBD21E782C}" srcOrd="0" destOrd="0" parTransId="{37BF9089-91DD-45D4-B515-7E000EEDA376}" sibTransId="{8B8AEA6A-D892-42D8-8857-6F7EB6972D41}"/>
    <dgm:cxn modelId="{5D545B31-22F5-4C5B-AF1F-6AB58A5760D9}" srcId="{ECFE9BDC-7E13-4C0C-87FB-0E916404161D}" destId="{C363C6B8-7138-4493-9F78-2757413DB5A0}" srcOrd="2" destOrd="0" parTransId="{EB99F24F-564F-4EDC-BE74-EB522628D241}" sibTransId="{9C2B1DAA-A50E-4E42-B861-3BE5FF1FFFC8}"/>
    <dgm:cxn modelId="{B00CB535-2152-4BC1-A8E8-1BB5548B76B6}" type="presOf" srcId="{973CBF77-381A-4989-80E4-4DA0BB00FA2E}" destId="{727FA849-A515-4EE8-BAF6-027334AB69DF}" srcOrd="0" destOrd="3" presId="urn:microsoft.com/office/officeart/2005/8/layout/vList5"/>
    <dgm:cxn modelId="{95819F37-2344-439D-B146-FCAB2060741B}" type="presOf" srcId="{5F9D9097-356C-4FA5-B8BD-41390A6FAB67}" destId="{727FA849-A515-4EE8-BAF6-027334AB69DF}" srcOrd="0" destOrd="0" presId="urn:microsoft.com/office/officeart/2005/8/layout/vList5"/>
    <dgm:cxn modelId="{9AB8383F-7A51-4AB8-8E9F-9FE12ED3B1C2}" srcId="{95A1D6B2-D904-4730-9D57-DF97055E4EEB}" destId="{7DA4B0D6-F98C-4FBB-A854-5C66317F7C82}" srcOrd="2" destOrd="0" parTransId="{D95D5D73-0720-40E5-83B5-85865E83E72C}" sibTransId="{0AB9346C-9C25-46B2-98C5-322C12A58191}"/>
    <dgm:cxn modelId="{CC64E85D-5E8E-4912-862B-8E2F157A47BF}" srcId="{EE834CF1-2BE8-406C-8B60-D803DF209A1F}" destId="{973CBF77-381A-4989-80E4-4DA0BB00FA2E}" srcOrd="3" destOrd="0" parTransId="{89708A57-9CE0-4131-A0FA-3755F5E90589}" sibTransId="{3FB9ABAE-4D21-4682-B552-0B176A4EBFB3}"/>
    <dgm:cxn modelId="{F175A943-591F-4302-8944-0C52EBE82C78}" type="presOf" srcId="{007D3EA1-2437-4512-B785-C3BBD21E782C}" destId="{D433D46D-5F7F-4A10-AF34-90144D47445C}" srcOrd="0" destOrd="0" presId="urn:microsoft.com/office/officeart/2005/8/layout/vList5"/>
    <dgm:cxn modelId="{253D2D46-AAB4-4BE7-BB4E-5B84A34BC4A8}" srcId="{ECFE9BDC-7E13-4C0C-87FB-0E916404161D}" destId="{F572924F-FF4D-4DDE-89EA-A8398E4E8DB6}" srcOrd="3" destOrd="0" parTransId="{41572292-174C-4FF2-8E92-6A56B4B46D1C}" sibTransId="{3E9E765A-BFA2-42DA-8824-D6EDE38A963C}"/>
    <dgm:cxn modelId="{BC8E8F4C-B708-488A-8627-D03F116EE9FE}" srcId="{95A1D6B2-D904-4730-9D57-DF97055E4EEB}" destId="{ECFE9BDC-7E13-4C0C-87FB-0E916404161D}" srcOrd="3" destOrd="0" parTransId="{DAE63667-E220-4365-9AB2-9BD75137593F}" sibTransId="{F07B23A7-1F0B-46C8-A138-A3E7D34E3396}"/>
    <dgm:cxn modelId="{05D38451-CD13-4B7E-9BF6-455012F111FE}" type="presOf" srcId="{ECFE9BDC-7E13-4C0C-87FB-0E916404161D}" destId="{8C5DE7CD-FB69-4D01-AE17-36C419B4830E}" srcOrd="0" destOrd="0" presId="urn:microsoft.com/office/officeart/2005/8/layout/vList5"/>
    <dgm:cxn modelId="{4CD61954-8F0A-4F6F-9ADA-0488E3ADCFD6}" type="presOf" srcId="{EE834CF1-2BE8-406C-8B60-D803DF209A1F}" destId="{C0B45D28-92FB-44B4-96BF-D7A830E6C0B0}" srcOrd="0" destOrd="0" presId="urn:microsoft.com/office/officeart/2005/8/layout/vList5"/>
    <dgm:cxn modelId="{B7EFF574-407A-4AD7-9191-A2E894C0C816}" srcId="{ECFE9BDC-7E13-4C0C-87FB-0E916404161D}" destId="{2E92611C-8CD0-4526-930A-7AC2AAB2ED49}" srcOrd="1" destOrd="0" parTransId="{0FCD9046-FE33-44D3-BB4D-29F05E7F06ED}" sibTransId="{576E6674-1979-48D0-9216-901DDFEA5D79}"/>
    <dgm:cxn modelId="{543F3675-3DCB-452B-816B-386977956405}" srcId="{EE834CF1-2BE8-406C-8B60-D803DF209A1F}" destId="{199BC3D8-2AC9-49AA-A267-D370AEBD7515}" srcOrd="1" destOrd="0" parTransId="{ABA7CAB9-EBBE-409C-8D5F-4C55E3BA205A}" sibTransId="{0DABF0A0-0FE9-4232-AE33-FBE9432E1B09}"/>
    <dgm:cxn modelId="{7FB1AD83-10A5-45D2-BFDD-9BB77029E1E9}" srcId="{95A1D6B2-D904-4730-9D57-DF97055E4EEB}" destId="{EE834CF1-2BE8-406C-8B60-D803DF209A1F}" srcOrd="4" destOrd="0" parTransId="{7AA1B3D6-B7EA-4C6D-8A45-8922C223D4FF}" sibTransId="{CB9D1AE7-2955-44F6-A605-4AE0F9D409A3}"/>
    <dgm:cxn modelId="{18228D94-E616-4830-BF22-5885F0C10501}" type="presOf" srcId="{95A1D6B2-D904-4730-9D57-DF97055E4EEB}" destId="{D3E2767A-7A0C-4C31-A7CE-EC69A60081A2}" srcOrd="0" destOrd="0" presId="urn:microsoft.com/office/officeart/2005/8/layout/vList5"/>
    <dgm:cxn modelId="{493AD896-1008-49C9-B642-05A5724B2711}" srcId="{ECFE9BDC-7E13-4C0C-87FB-0E916404161D}" destId="{02B9B9BA-67D7-4B24-8A34-14D37C51B5C1}" srcOrd="0" destOrd="0" parTransId="{DA15FFB3-E9D4-44D5-89FD-8A53BA04E183}" sibTransId="{B92206DE-0A06-4052-BD5C-33ED2B170A3F}"/>
    <dgm:cxn modelId="{55DA779B-C689-4F80-92CC-427B04B072A9}" type="presOf" srcId="{2E92611C-8CD0-4526-930A-7AC2AAB2ED49}" destId="{A3958772-63F0-4AEF-AE1D-97807D2D7984}" srcOrd="0" destOrd="1" presId="urn:microsoft.com/office/officeart/2005/8/layout/vList5"/>
    <dgm:cxn modelId="{314B3B9D-1F27-4F07-A6DB-1023608ADD5F}" type="presOf" srcId="{452E334A-EAD1-4944-835E-0387585156C1}" destId="{F1D4A262-1121-46EB-8500-9951F2B80AF6}" srcOrd="0" destOrd="0" presId="urn:microsoft.com/office/officeart/2005/8/layout/vList5"/>
    <dgm:cxn modelId="{0BD9859F-C6F2-4293-8D3C-49832D816397}" type="presOf" srcId="{2141143B-EBD3-417D-A34E-4EE8BC52AC84}" destId="{727FA849-A515-4EE8-BAF6-027334AB69DF}" srcOrd="0" destOrd="2" presId="urn:microsoft.com/office/officeart/2005/8/layout/vList5"/>
    <dgm:cxn modelId="{EF04E4AD-0445-4C10-A0C8-DBFE6789AEB4}" type="presOf" srcId="{02B9B9BA-67D7-4B24-8A34-14D37C51B5C1}" destId="{A3958772-63F0-4AEF-AE1D-97807D2D7984}" srcOrd="0" destOrd="0" presId="urn:microsoft.com/office/officeart/2005/8/layout/vList5"/>
    <dgm:cxn modelId="{BA41D3BA-F135-49EC-9139-EDB01600064C}" type="presOf" srcId="{915413B2-9E44-4047-B103-604ED5D3C992}" destId="{647B769C-40D6-411C-B370-79EA1D952615}" srcOrd="0" destOrd="0" presId="urn:microsoft.com/office/officeart/2005/8/layout/vList5"/>
    <dgm:cxn modelId="{D277E4C4-B0BB-4CF6-BF06-E4C349F6E2AC}" srcId="{1E5C03AF-C595-4C4A-BD03-A45EF2501472}" destId="{915413B2-9E44-4047-B103-604ED5D3C992}" srcOrd="0" destOrd="0" parTransId="{682F3E51-4D0C-43B2-A055-4DB77A07A997}" sibTransId="{A86A80BD-CAE6-4E93-89BD-D3FE833DC329}"/>
    <dgm:cxn modelId="{ED4C18D3-0EB0-4FB2-89C4-3139FAEDC4FA}" srcId="{EE834CF1-2BE8-406C-8B60-D803DF209A1F}" destId="{5F9D9097-356C-4FA5-B8BD-41390A6FAB67}" srcOrd="0" destOrd="0" parTransId="{92BA3B5B-6524-4680-B102-F6AF36D0BD9B}" sibTransId="{EC89F2A2-C55D-4079-86F4-A349FFA4FFB8}"/>
    <dgm:cxn modelId="{9AC9CFD4-1A21-43F2-B11C-F9D5B3BE7695}" type="presOf" srcId="{1E5C03AF-C595-4C4A-BD03-A45EF2501472}" destId="{2B399152-3BEF-426B-978B-1EF500591DE4}" srcOrd="0" destOrd="0" presId="urn:microsoft.com/office/officeart/2005/8/layout/vList5"/>
    <dgm:cxn modelId="{CE6ACED9-A85B-45C6-8D1D-40DDAE14DF1C}" srcId="{95A1D6B2-D904-4730-9D57-DF97055E4EEB}" destId="{EDF07707-7E95-400A-B92B-57013F3CD673}" srcOrd="1" destOrd="0" parTransId="{EEAB960C-956F-426A-B016-797DFC51C2E1}" sibTransId="{D62157FE-BE44-4176-A8B9-28E38790390E}"/>
    <dgm:cxn modelId="{B6E50BDC-715E-4C35-856C-87522698527D}" type="presOf" srcId="{F572924F-FF4D-4DDE-89EA-A8398E4E8DB6}" destId="{A3958772-63F0-4AEF-AE1D-97807D2D7984}" srcOrd="0" destOrd="3" presId="urn:microsoft.com/office/officeart/2005/8/layout/vList5"/>
    <dgm:cxn modelId="{2881F1E6-7110-4F6B-8723-DAB002DA897A}" srcId="{EDF07707-7E95-400A-B92B-57013F3CD673}" destId="{452E334A-EAD1-4944-835E-0387585156C1}" srcOrd="0" destOrd="0" parTransId="{439675B4-6CE7-42C0-97EE-F1ACD2EAC371}" sibTransId="{7868F21A-7545-4196-937D-138CA974BBCD}"/>
    <dgm:cxn modelId="{7239D5EB-CE41-47CC-8D7D-96DDC1FA4A70}" srcId="{EE834CF1-2BE8-406C-8B60-D803DF209A1F}" destId="{2141143B-EBD3-417D-A34E-4EE8BC52AC84}" srcOrd="2" destOrd="0" parTransId="{F3EBDA0D-51CD-49E9-BD77-5A1DB4A855C6}" sibTransId="{18DB67B4-179D-4CF1-BE82-B3B2D4204EDA}"/>
    <dgm:cxn modelId="{5EE62BFB-F031-43D2-BF8E-2494DC1C86BD}" type="presOf" srcId="{7DA4B0D6-F98C-4FBB-A854-5C66317F7C82}" destId="{092D3536-9C8D-4DED-9F8D-0B211C1E1C5E}" srcOrd="0" destOrd="0" presId="urn:microsoft.com/office/officeart/2005/8/layout/vList5"/>
    <dgm:cxn modelId="{C9FE4F3C-C767-41F5-A2A3-858DB77E753F}" type="presParOf" srcId="{D3E2767A-7A0C-4C31-A7CE-EC69A60081A2}" destId="{1FA651B5-BEDB-4A40-BF54-A9E6E935DE08}" srcOrd="0" destOrd="0" presId="urn:microsoft.com/office/officeart/2005/8/layout/vList5"/>
    <dgm:cxn modelId="{502BD008-159E-4BB4-A47D-A4DB933AF9AE}" type="presParOf" srcId="{1FA651B5-BEDB-4A40-BF54-A9E6E935DE08}" destId="{2B399152-3BEF-426B-978B-1EF500591DE4}" srcOrd="0" destOrd="0" presId="urn:microsoft.com/office/officeart/2005/8/layout/vList5"/>
    <dgm:cxn modelId="{385CCDD8-49E0-4D66-B355-30DF7362F3C5}" type="presParOf" srcId="{1FA651B5-BEDB-4A40-BF54-A9E6E935DE08}" destId="{647B769C-40D6-411C-B370-79EA1D952615}" srcOrd="1" destOrd="0" presId="urn:microsoft.com/office/officeart/2005/8/layout/vList5"/>
    <dgm:cxn modelId="{7C5ED86F-86ED-4F9F-9682-87C12B21C160}" type="presParOf" srcId="{D3E2767A-7A0C-4C31-A7CE-EC69A60081A2}" destId="{168AEC37-51C2-40F2-9E1F-323C81924E50}" srcOrd="1" destOrd="0" presId="urn:microsoft.com/office/officeart/2005/8/layout/vList5"/>
    <dgm:cxn modelId="{19BE1FEA-B25A-4AE1-88E6-BA3D5CF46005}" type="presParOf" srcId="{D3E2767A-7A0C-4C31-A7CE-EC69A60081A2}" destId="{5B0BC521-FCC4-4359-9130-550283A2CE61}" srcOrd="2" destOrd="0" presId="urn:microsoft.com/office/officeart/2005/8/layout/vList5"/>
    <dgm:cxn modelId="{153D05DD-27FA-4E91-870F-895DE7AFEC76}" type="presParOf" srcId="{5B0BC521-FCC4-4359-9130-550283A2CE61}" destId="{0162948C-7E69-46ED-873B-CD3A1B98727F}" srcOrd="0" destOrd="0" presId="urn:microsoft.com/office/officeart/2005/8/layout/vList5"/>
    <dgm:cxn modelId="{0AE922D1-FCA2-4EE6-B5BA-067310DF269D}" type="presParOf" srcId="{5B0BC521-FCC4-4359-9130-550283A2CE61}" destId="{F1D4A262-1121-46EB-8500-9951F2B80AF6}" srcOrd="1" destOrd="0" presId="urn:microsoft.com/office/officeart/2005/8/layout/vList5"/>
    <dgm:cxn modelId="{F5BF4195-63B8-4599-933F-345C017AC169}" type="presParOf" srcId="{D3E2767A-7A0C-4C31-A7CE-EC69A60081A2}" destId="{8705CA65-8165-4704-8003-F334055C73BE}" srcOrd="3" destOrd="0" presId="urn:microsoft.com/office/officeart/2005/8/layout/vList5"/>
    <dgm:cxn modelId="{DCE47EB0-F416-4601-AC26-29BE6A919174}" type="presParOf" srcId="{D3E2767A-7A0C-4C31-A7CE-EC69A60081A2}" destId="{AC4FFE39-43AA-4A20-875A-BF8D13C2EC3D}" srcOrd="4" destOrd="0" presId="urn:microsoft.com/office/officeart/2005/8/layout/vList5"/>
    <dgm:cxn modelId="{5227DC1E-DFF6-4C39-8DB6-6857303D843E}" type="presParOf" srcId="{AC4FFE39-43AA-4A20-875A-BF8D13C2EC3D}" destId="{092D3536-9C8D-4DED-9F8D-0B211C1E1C5E}" srcOrd="0" destOrd="0" presId="urn:microsoft.com/office/officeart/2005/8/layout/vList5"/>
    <dgm:cxn modelId="{8289E2A6-D601-4BF6-9227-091B93B8CF03}" type="presParOf" srcId="{AC4FFE39-43AA-4A20-875A-BF8D13C2EC3D}" destId="{D433D46D-5F7F-4A10-AF34-90144D47445C}" srcOrd="1" destOrd="0" presId="urn:microsoft.com/office/officeart/2005/8/layout/vList5"/>
    <dgm:cxn modelId="{DFAC2E29-09D3-4501-92DB-4F3543912230}" type="presParOf" srcId="{D3E2767A-7A0C-4C31-A7CE-EC69A60081A2}" destId="{B99700B3-5A24-462F-B5A4-7C406D8F506F}" srcOrd="5" destOrd="0" presId="urn:microsoft.com/office/officeart/2005/8/layout/vList5"/>
    <dgm:cxn modelId="{07FA43CC-7A46-406A-8F19-577F4AFCBC68}" type="presParOf" srcId="{D3E2767A-7A0C-4C31-A7CE-EC69A60081A2}" destId="{C354CDD2-0FA1-45FF-90A3-3CCEC188B311}" srcOrd="6" destOrd="0" presId="urn:microsoft.com/office/officeart/2005/8/layout/vList5"/>
    <dgm:cxn modelId="{4EB7863F-C806-470B-BF2D-5EE3F2F812FC}" type="presParOf" srcId="{C354CDD2-0FA1-45FF-90A3-3CCEC188B311}" destId="{8C5DE7CD-FB69-4D01-AE17-36C419B4830E}" srcOrd="0" destOrd="0" presId="urn:microsoft.com/office/officeart/2005/8/layout/vList5"/>
    <dgm:cxn modelId="{4F3FA816-0639-454E-B8B6-13F177A549F1}" type="presParOf" srcId="{C354CDD2-0FA1-45FF-90A3-3CCEC188B311}" destId="{A3958772-63F0-4AEF-AE1D-97807D2D7984}" srcOrd="1" destOrd="0" presId="urn:microsoft.com/office/officeart/2005/8/layout/vList5"/>
    <dgm:cxn modelId="{1E725A0F-DD14-46B0-85E2-EDFA931D2B12}" type="presParOf" srcId="{D3E2767A-7A0C-4C31-A7CE-EC69A60081A2}" destId="{81EE1980-4632-4376-854C-140CDD60B950}" srcOrd="7" destOrd="0" presId="urn:microsoft.com/office/officeart/2005/8/layout/vList5"/>
    <dgm:cxn modelId="{BEE284DC-10AE-4C20-A777-C6B19074BD5B}" type="presParOf" srcId="{D3E2767A-7A0C-4C31-A7CE-EC69A60081A2}" destId="{F8EDAAE2-36CC-44D1-9BDB-D0D45CE57A43}" srcOrd="8" destOrd="0" presId="urn:microsoft.com/office/officeart/2005/8/layout/vList5"/>
    <dgm:cxn modelId="{900F8DF8-F6C7-44DE-9B90-2A8ED8869C79}" type="presParOf" srcId="{F8EDAAE2-36CC-44D1-9BDB-D0D45CE57A43}" destId="{C0B45D28-92FB-44B4-96BF-D7A830E6C0B0}" srcOrd="0" destOrd="0" presId="urn:microsoft.com/office/officeart/2005/8/layout/vList5"/>
    <dgm:cxn modelId="{C4DBA1BB-8E12-401E-9043-11863683C808}" type="presParOf" srcId="{F8EDAAE2-36CC-44D1-9BDB-D0D45CE57A43}" destId="{727FA849-A515-4EE8-BAF6-027334AB69D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5A1D6B2-D904-4730-9D57-DF97055E4EEB}" type="doc">
      <dgm:prSet loTypeId="urn:microsoft.com/office/officeart/2005/8/layout/vList5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D"/>
        </a:p>
      </dgm:t>
    </dgm:pt>
    <dgm:pt modelId="{1E5C03AF-C595-4C4A-BD03-A45EF2501472}">
      <dgm:prSet phldrT="[Text]"/>
      <dgm:spPr/>
      <dgm:t>
        <a:bodyPr/>
        <a:lstStyle/>
        <a:p>
          <a:r>
            <a:rPr lang="en-US" dirty="0"/>
            <a:t>MEDIK SPESIALIS</a:t>
          </a:r>
          <a:endParaRPr lang="en-ID" dirty="0"/>
        </a:p>
      </dgm:t>
    </dgm:pt>
    <dgm:pt modelId="{6FF7070D-67CE-4BD1-B0AC-A4BCA1A5837C}" type="parTrans" cxnId="{A55A6B19-50E2-47D1-8C5E-039893AC42CD}">
      <dgm:prSet/>
      <dgm:spPr/>
      <dgm:t>
        <a:bodyPr/>
        <a:lstStyle/>
        <a:p>
          <a:endParaRPr lang="en-ID"/>
        </a:p>
      </dgm:t>
    </dgm:pt>
    <dgm:pt modelId="{64A1BCBA-AAF9-438D-8146-EBB47FE472AA}" type="sibTrans" cxnId="{A55A6B19-50E2-47D1-8C5E-039893AC42CD}">
      <dgm:prSet/>
      <dgm:spPr/>
      <dgm:t>
        <a:bodyPr/>
        <a:lstStyle/>
        <a:p>
          <a:endParaRPr lang="en-ID"/>
        </a:p>
      </dgm:t>
    </dgm:pt>
    <dgm:pt modelId="{915413B2-9E44-4047-B103-604ED5D3C992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SIMRS GOS ( Data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2F3E51-4D0C-43B2-A055-4DB77A07A997}" type="parTrans" cxnId="{D277E4C4-B0BB-4CF6-BF06-E4C349F6E2AC}">
      <dgm:prSet/>
      <dgm:spPr/>
      <dgm:t>
        <a:bodyPr/>
        <a:lstStyle/>
        <a:p>
          <a:endParaRPr lang="en-ID"/>
        </a:p>
      </dgm:t>
    </dgm:pt>
    <dgm:pt modelId="{A86A80BD-CAE6-4E93-89BD-D3FE833DC329}" type="sibTrans" cxnId="{D277E4C4-B0BB-4CF6-BF06-E4C349F6E2AC}">
      <dgm:prSet/>
      <dgm:spPr/>
      <dgm:t>
        <a:bodyPr/>
        <a:lstStyle/>
        <a:p>
          <a:endParaRPr lang="en-ID"/>
        </a:p>
      </dgm:t>
    </dgm:pt>
    <dgm:pt modelId="{ECFE9BDC-7E13-4C0C-87FB-0E916404161D}">
      <dgm:prSet phldrT="[Text]"/>
      <dgm:spPr/>
      <dgm:t>
        <a:bodyPr/>
        <a:lstStyle/>
        <a:p>
          <a:r>
            <a:rPr lang="en-US" dirty="0"/>
            <a:t>TENAGA KESEHATAN LAIN</a:t>
          </a:r>
          <a:endParaRPr lang="en-ID" dirty="0"/>
        </a:p>
      </dgm:t>
    </dgm:pt>
    <dgm:pt modelId="{DAE63667-E220-4365-9AB2-9BD75137593F}" type="parTrans" cxnId="{BC8E8F4C-B708-488A-8627-D03F116EE9FE}">
      <dgm:prSet/>
      <dgm:spPr/>
      <dgm:t>
        <a:bodyPr/>
        <a:lstStyle/>
        <a:p>
          <a:endParaRPr lang="en-ID"/>
        </a:p>
      </dgm:t>
    </dgm:pt>
    <dgm:pt modelId="{F07B23A7-1F0B-46C8-A138-A3E7D34E3396}" type="sibTrans" cxnId="{BC8E8F4C-B708-488A-8627-D03F116EE9FE}">
      <dgm:prSet/>
      <dgm:spPr/>
      <dgm:t>
        <a:bodyPr/>
        <a:lstStyle/>
        <a:p>
          <a:endParaRPr lang="en-ID"/>
        </a:p>
      </dgm:t>
    </dgm:pt>
    <dgm:pt modelId="{2E92611C-8CD0-4526-930A-7AC2AAB2ED49}">
      <dgm:prSet phldrT="[Text]" custT="1"/>
      <dgm:spPr/>
      <dgm:t>
        <a:bodyPr/>
        <a:lstStyle/>
        <a:p>
          <a:r>
            <a:rPr lang="en-US" sz="1500" dirty="0">
              <a:latin typeface="Arial" panose="020B0604020202020204" pitchFamily="34" charset="0"/>
              <a:cs typeface="Arial" panose="020B0604020202020204" pitchFamily="34" charset="0"/>
            </a:rPr>
            <a:t>SIMRS GOS ( Data </a:t>
          </a:r>
          <a:r>
            <a:rPr lang="en-US" sz="1500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r>
            <a:rPr lang="en-US" sz="1500" dirty="0">
              <a:latin typeface="Arial" panose="020B0604020202020204" pitchFamily="34" charset="0"/>
              <a:cs typeface="Arial" panose="020B0604020202020204" pitchFamily="34" charset="0"/>
            </a:rPr>
            <a:t> ) / Log book</a:t>
          </a:r>
          <a:endParaRPr lang="en-ID" sz="15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FCD9046-FE33-44D3-BB4D-29F05E7F06ED}" type="parTrans" cxnId="{B7EFF574-407A-4AD7-9191-A2E894C0C816}">
      <dgm:prSet/>
      <dgm:spPr/>
      <dgm:t>
        <a:bodyPr/>
        <a:lstStyle/>
        <a:p>
          <a:endParaRPr lang="en-ID"/>
        </a:p>
      </dgm:t>
    </dgm:pt>
    <dgm:pt modelId="{576E6674-1979-48D0-9216-901DDFEA5D79}" type="sibTrans" cxnId="{B7EFF574-407A-4AD7-9191-A2E894C0C816}">
      <dgm:prSet/>
      <dgm:spPr/>
      <dgm:t>
        <a:bodyPr/>
        <a:lstStyle/>
        <a:p>
          <a:endParaRPr lang="en-ID"/>
        </a:p>
      </dgm:t>
    </dgm:pt>
    <dgm:pt modelId="{EE834CF1-2BE8-406C-8B60-D803DF209A1F}">
      <dgm:prSet phldrT="[Text]"/>
      <dgm:spPr/>
      <dgm:t>
        <a:bodyPr/>
        <a:lstStyle/>
        <a:p>
          <a:r>
            <a:rPr lang="en-US" dirty="0"/>
            <a:t>NON MEDIK</a:t>
          </a:r>
          <a:endParaRPr lang="en-ID" dirty="0"/>
        </a:p>
      </dgm:t>
    </dgm:pt>
    <dgm:pt modelId="{7AA1B3D6-B7EA-4C6D-8A45-8922C223D4FF}" type="parTrans" cxnId="{7FB1AD83-10A5-45D2-BFDD-9BB77029E1E9}">
      <dgm:prSet/>
      <dgm:spPr/>
      <dgm:t>
        <a:bodyPr/>
        <a:lstStyle/>
        <a:p>
          <a:endParaRPr lang="en-ID"/>
        </a:p>
      </dgm:t>
    </dgm:pt>
    <dgm:pt modelId="{CB9D1AE7-2955-44F6-A605-4AE0F9D409A3}" type="sibTrans" cxnId="{7FB1AD83-10A5-45D2-BFDD-9BB77029E1E9}">
      <dgm:prSet/>
      <dgm:spPr/>
      <dgm:t>
        <a:bodyPr/>
        <a:lstStyle/>
        <a:p>
          <a:endParaRPr lang="en-ID"/>
        </a:p>
      </dgm:t>
    </dgm:pt>
    <dgm:pt modelId="{5F9D9097-356C-4FA5-B8BD-41390A6FAB67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DIKLIT ( Data Pendidikan dan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Penelitian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BA3B5B-6524-4680-B102-F6AF36D0BD9B}" type="parTrans" cxnId="{ED4C18D3-0EB0-4FB2-89C4-3139FAEDC4FA}">
      <dgm:prSet/>
      <dgm:spPr/>
      <dgm:t>
        <a:bodyPr/>
        <a:lstStyle/>
        <a:p>
          <a:endParaRPr lang="en-ID"/>
        </a:p>
      </dgm:t>
    </dgm:pt>
    <dgm:pt modelId="{EC89F2A2-C55D-4079-86F4-A349FFA4FFB8}" type="sibTrans" cxnId="{ED4C18D3-0EB0-4FB2-89C4-3139FAEDC4FA}">
      <dgm:prSet/>
      <dgm:spPr/>
      <dgm:t>
        <a:bodyPr/>
        <a:lstStyle/>
        <a:p>
          <a:endParaRPr lang="en-ID"/>
        </a:p>
      </dgm:t>
    </dgm:pt>
    <dgm:pt modelId="{329DCD51-6602-448F-B6FC-77AAF6C48EA8}">
      <dgm:prSet phldrT="[Text]"/>
      <dgm:spPr/>
      <dgm:t>
        <a:bodyPr/>
        <a:lstStyle/>
        <a:p>
          <a:r>
            <a:rPr lang="en-US" dirty="0"/>
            <a:t>MEDIK</a:t>
          </a:r>
          <a:endParaRPr lang="en-ID" dirty="0"/>
        </a:p>
      </dgm:t>
    </dgm:pt>
    <dgm:pt modelId="{A052AF84-004C-437D-8960-3B9B3844C9B8}" type="parTrans" cxnId="{16FBDF75-C39D-46BF-8D22-8195F84D98A2}">
      <dgm:prSet/>
      <dgm:spPr/>
      <dgm:t>
        <a:bodyPr/>
        <a:lstStyle/>
        <a:p>
          <a:endParaRPr lang="en-ID"/>
        </a:p>
      </dgm:t>
    </dgm:pt>
    <dgm:pt modelId="{45E0FBB3-0BAE-41B0-8D42-39E6046C1EA0}" type="sibTrans" cxnId="{16FBDF75-C39D-46BF-8D22-8195F84D98A2}">
      <dgm:prSet/>
      <dgm:spPr/>
      <dgm:t>
        <a:bodyPr/>
        <a:lstStyle/>
        <a:p>
          <a:endParaRPr lang="en-ID"/>
        </a:p>
      </dgm:t>
    </dgm:pt>
    <dgm:pt modelId="{6D1A506D-3677-45BB-8F2D-11CAB37BBEF3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DIKLIT ( Data Pendidikan dan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Penelitian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EC4DCA9-BA88-4B01-9F52-30450A96372F}" type="parTrans" cxnId="{9E99C9F4-39EE-4BFB-9F31-B8C158B2D524}">
      <dgm:prSet/>
      <dgm:spPr/>
      <dgm:t>
        <a:bodyPr/>
        <a:lstStyle/>
        <a:p>
          <a:endParaRPr lang="en-ID"/>
        </a:p>
      </dgm:t>
    </dgm:pt>
    <dgm:pt modelId="{61858212-FE81-44F2-B508-B944A525CD86}" type="sibTrans" cxnId="{9E99C9F4-39EE-4BFB-9F31-B8C158B2D524}">
      <dgm:prSet/>
      <dgm:spPr/>
      <dgm:t>
        <a:bodyPr/>
        <a:lstStyle/>
        <a:p>
          <a:endParaRPr lang="en-ID"/>
        </a:p>
      </dgm:t>
    </dgm:pt>
    <dgm:pt modelId="{353B42BD-CB09-40FA-B3DF-DE9F3E2793A8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INTEGRASI SIMRS GOS - SMARTPRESENCE (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Kehadiran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4335B4-7E8F-40E5-8ED3-6312F9E62676}" type="parTrans" cxnId="{07FFB0B3-01CF-4692-BE81-AC0C4FDA3DB6}">
      <dgm:prSet/>
      <dgm:spPr/>
      <dgm:t>
        <a:bodyPr/>
        <a:lstStyle/>
        <a:p>
          <a:endParaRPr lang="en-ID"/>
        </a:p>
      </dgm:t>
    </dgm:pt>
    <dgm:pt modelId="{15D74759-8E1C-4B44-A45D-A5AC46DCC118}" type="sibTrans" cxnId="{07FFB0B3-01CF-4692-BE81-AC0C4FDA3DB6}">
      <dgm:prSet/>
      <dgm:spPr/>
      <dgm:t>
        <a:bodyPr/>
        <a:lstStyle/>
        <a:p>
          <a:endParaRPr lang="en-ID"/>
        </a:p>
      </dgm:t>
    </dgm:pt>
    <dgm:pt modelId="{7C952961-6CE9-4A01-94E7-65520CAC6236}">
      <dgm:prSet custT="1"/>
      <dgm:spPr/>
      <dgm:t>
        <a:bodyPr/>
        <a:lstStyle/>
        <a:p>
          <a:r>
            <a:rPr lang="en-US" sz="1500" dirty="0">
              <a:latin typeface="Arial" panose="020B0604020202020204" pitchFamily="34" charset="0"/>
              <a:cs typeface="Arial" panose="020B0604020202020204" pitchFamily="34" charset="0"/>
            </a:rPr>
            <a:t>DIKLIT ( Data Pendidikan dan </a:t>
          </a:r>
          <a:r>
            <a:rPr lang="en-US" sz="1500" dirty="0" err="1">
              <a:latin typeface="Arial" panose="020B0604020202020204" pitchFamily="34" charset="0"/>
              <a:cs typeface="Arial" panose="020B0604020202020204" pitchFamily="34" charset="0"/>
            </a:rPr>
            <a:t>Penelitian</a:t>
          </a:r>
          <a:r>
            <a:rPr lang="en-US" sz="1500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sz="15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35049B-ADC8-4416-8406-192E8B2A0F17}" type="parTrans" cxnId="{B1EC8CC2-16DF-43CA-A5C4-86FAF9B3281B}">
      <dgm:prSet/>
      <dgm:spPr/>
      <dgm:t>
        <a:bodyPr/>
        <a:lstStyle/>
        <a:p>
          <a:endParaRPr lang="en-ID"/>
        </a:p>
      </dgm:t>
    </dgm:pt>
    <dgm:pt modelId="{08A031B4-AC2E-4670-B99E-2F3045A3BE50}" type="sibTrans" cxnId="{B1EC8CC2-16DF-43CA-A5C4-86FAF9B3281B}">
      <dgm:prSet/>
      <dgm:spPr/>
      <dgm:t>
        <a:bodyPr/>
        <a:lstStyle/>
        <a:p>
          <a:endParaRPr lang="en-ID"/>
        </a:p>
      </dgm:t>
    </dgm:pt>
    <dgm:pt modelId="{88DAA255-4C5C-4190-83C2-A7E563D9C5C0}">
      <dgm:prSet custT="1"/>
      <dgm:spPr/>
      <dgm:t>
        <a:bodyPr/>
        <a:lstStyle/>
        <a:p>
          <a:r>
            <a:rPr lang="en-US" sz="1500" dirty="0">
              <a:latin typeface="Arial" panose="020B0604020202020204" pitchFamily="34" charset="0"/>
              <a:cs typeface="Arial" panose="020B0604020202020204" pitchFamily="34" charset="0"/>
            </a:rPr>
            <a:t>INTEGRASI SIMRS GOS - SMARTPRESENCE ( </a:t>
          </a:r>
          <a:r>
            <a:rPr lang="en-US" sz="1500" dirty="0" err="1">
              <a:latin typeface="Arial" panose="020B0604020202020204" pitchFamily="34" charset="0"/>
              <a:cs typeface="Arial" panose="020B0604020202020204" pitchFamily="34" charset="0"/>
            </a:rPr>
            <a:t>Kehadiran</a:t>
          </a:r>
          <a:r>
            <a:rPr lang="en-US" sz="1500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sz="15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F21D975-EF90-4FF5-B824-D139FF764D68}" type="parTrans" cxnId="{CD0FBEFE-23F1-41BA-BACF-BF318F66BE2F}">
      <dgm:prSet/>
      <dgm:spPr/>
      <dgm:t>
        <a:bodyPr/>
        <a:lstStyle/>
        <a:p>
          <a:endParaRPr lang="en-ID"/>
        </a:p>
      </dgm:t>
    </dgm:pt>
    <dgm:pt modelId="{396D732A-A8CC-42A0-AFD2-F7B3E641B0A2}" type="sibTrans" cxnId="{CD0FBEFE-23F1-41BA-BACF-BF318F66BE2F}">
      <dgm:prSet/>
      <dgm:spPr/>
      <dgm:t>
        <a:bodyPr/>
        <a:lstStyle/>
        <a:p>
          <a:endParaRPr lang="en-ID"/>
        </a:p>
      </dgm:t>
    </dgm:pt>
    <dgm:pt modelId="{DC5A544C-CA73-48E3-B79E-6BF6CFFF42F9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INTEGRASI SIMRS GOS - SMARTPRESENCE (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Kehadiran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9B35734-E144-41D4-A028-7F63C6C0811D}" type="parTrans" cxnId="{B9A97DDF-2AE7-495E-B853-7C132E526874}">
      <dgm:prSet/>
      <dgm:spPr/>
      <dgm:t>
        <a:bodyPr/>
        <a:lstStyle/>
        <a:p>
          <a:endParaRPr lang="en-ID"/>
        </a:p>
      </dgm:t>
    </dgm:pt>
    <dgm:pt modelId="{CF558223-997B-4ADE-A831-22E43266BC92}" type="sibTrans" cxnId="{B9A97DDF-2AE7-495E-B853-7C132E526874}">
      <dgm:prSet/>
      <dgm:spPr/>
      <dgm:t>
        <a:bodyPr/>
        <a:lstStyle/>
        <a:p>
          <a:endParaRPr lang="en-ID"/>
        </a:p>
      </dgm:t>
    </dgm:pt>
    <dgm:pt modelId="{80D2B6EA-B4E1-4DB8-80C5-B3BEFFA7629C}">
      <dgm:prSet phldrT="[Text]"/>
      <dgm:spPr/>
      <dgm:t>
        <a:bodyPr/>
        <a:lstStyle/>
        <a:p>
          <a:r>
            <a:rPr lang="en-US" dirty="0"/>
            <a:t>PERAWAT</a:t>
          </a:r>
          <a:endParaRPr lang="en-ID" dirty="0"/>
        </a:p>
      </dgm:t>
    </dgm:pt>
    <dgm:pt modelId="{58103B09-729F-4FE4-B022-3C61582DCC31}" type="parTrans" cxnId="{5A973761-3F2C-48B1-B39B-C0750F29A260}">
      <dgm:prSet/>
      <dgm:spPr/>
      <dgm:t>
        <a:bodyPr/>
        <a:lstStyle/>
        <a:p>
          <a:endParaRPr lang="en-ID"/>
        </a:p>
      </dgm:t>
    </dgm:pt>
    <dgm:pt modelId="{861F9756-1ABD-4416-8916-5769D9196462}" type="sibTrans" cxnId="{5A973761-3F2C-48B1-B39B-C0750F29A260}">
      <dgm:prSet/>
      <dgm:spPr/>
      <dgm:t>
        <a:bodyPr/>
        <a:lstStyle/>
        <a:p>
          <a:endParaRPr lang="en-ID"/>
        </a:p>
      </dgm:t>
    </dgm:pt>
    <dgm:pt modelId="{C696207F-D961-4A03-BB8E-FCB1EB192619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SIMRS GOS ( Data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dirty="0"/>
        </a:p>
      </dgm:t>
    </dgm:pt>
    <dgm:pt modelId="{0F851743-EE12-4C3B-813D-1F747BC5281C}" type="parTrans" cxnId="{6BBD9951-F6B5-4C73-B354-7BB4A33FBBA1}">
      <dgm:prSet/>
      <dgm:spPr/>
      <dgm:t>
        <a:bodyPr/>
        <a:lstStyle/>
        <a:p>
          <a:endParaRPr lang="en-ID"/>
        </a:p>
      </dgm:t>
    </dgm:pt>
    <dgm:pt modelId="{3CF4FC00-89DB-4F87-9142-3CA95F3A7236}" type="sibTrans" cxnId="{6BBD9951-F6B5-4C73-B354-7BB4A33FBBA1}">
      <dgm:prSet/>
      <dgm:spPr/>
      <dgm:t>
        <a:bodyPr/>
        <a:lstStyle/>
        <a:p>
          <a:endParaRPr lang="en-ID"/>
        </a:p>
      </dgm:t>
    </dgm:pt>
    <dgm:pt modelId="{798F3724-F974-4384-B84A-FC82BEDE2881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SIMRS GOS ( Data ) / Log book</a:t>
          </a:r>
          <a:endParaRPr lang="en-ID" dirty="0"/>
        </a:p>
      </dgm:t>
    </dgm:pt>
    <dgm:pt modelId="{671AC230-93C4-4C7D-AC41-BE4BEB2714F2}" type="parTrans" cxnId="{7EE146E9-7FC3-4918-AC6A-17C6657C60D6}">
      <dgm:prSet/>
      <dgm:spPr/>
      <dgm:t>
        <a:bodyPr/>
        <a:lstStyle/>
        <a:p>
          <a:endParaRPr lang="en-ID"/>
        </a:p>
      </dgm:t>
    </dgm:pt>
    <dgm:pt modelId="{ED21F89B-E6B0-4334-937F-2091CFB6532C}" type="sibTrans" cxnId="{7EE146E9-7FC3-4918-AC6A-17C6657C60D6}">
      <dgm:prSet/>
      <dgm:spPr/>
      <dgm:t>
        <a:bodyPr/>
        <a:lstStyle/>
        <a:p>
          <a:endParaRPr lang="en-ID"/>
        </a:p>
      </dgm:t>
    </dgm:pt>
    <dgm:pt modelId="{B26BFF34-E7CD-49DA-BC7F-95F36DF433C9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DIKLIT ( Data Pendidikan dan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Penelitian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4AC9368-3176-4DF6-95C7-C9B3EE0D530B}" type="parTrans" cxnId="{1E2AF5A4-C409-4774-8F49-21C77525C941}">
      <dgm:prSet/>
      <dgm:spPr/>
      <dgm:t>
        <a:bodyPr/>
        <a:lstStyle/>
        <a:p>
          <a:endParaRPr lang="en-ID"/>
        </a:p>
      </dgm:t>
    </dgm:pt>
    <dgm:pt modelId="{2335BFC3-AE59-4BCE-B120-08732895CCA7}" type="sibTrans" cxnId="{1E2AF5A4-C409-4774-8F49-21C77525C941}">
      <dgm:prSet/>
      <dgm:spPr/>
      <dgm:t>
        <a:bodyPr/>
        <a:lstStyle/>
        <a:p>
          <a:endParaRPr lang="en-ID"/>
        </a:p>
      </dgm:t>
    </dgm:pt>
    <dgm:pt modelId="{20EAF254-3D3C-42BA-AE06-C58502E1FA1A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INTEGRASI SIMRS GOS - SMARTPRESENCE (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Kehadiran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E6C7169-9FE6-4458-80E6-365583D5D30C}" type="parTrans" cxnId="{F8F979DC-13CB-42A9-9999-4FABC7AE1AF5}">
      <dgm:prSet/>
      <dgm:spPr/>
      <dgm:t>
        <a:bodyPr/>
        <a:lstStyle/>
        <a:p>
          <a:endParaRPr lang="en-ID"/>
        </a:p>
      </dgm:t>
    </dgm:pt>
    <dgm:pt modelId="{537F0F30-A371-4027-90F8-64EF3AF1A839}" type="sibTrans" cxnId="{F8F979DC-13CB-42A9-9999-4FABC7AE1AF5}">
      <dgm:prSet/>
      <dgm:spPr/>
      <dgm:t>
        <a:bodyPr/>
        <a:lstStyle/>
        <a:p>
          <a:endParaRPr lang="en-ID"/>
        </a:p>
      </dgm:t>
    </dgm:pt>
    <dgm:pt modelId="{BF523030-C01E-4128-87FF-4957DD344A3E}">
      <dgm:prSet/>
      <dgm:spPr/>
      <dgm:t>
        <a:bodyPr/>
        <a:lstStyle/>
        <a:p>
          <a:r>
            <a:rPr lang="en-US">
              <a:latin typeface="Arial" panose="020B0604020202020204" pitchFamily="34" charset="0"/>
              <a:cs typeface="Arial" panose="020B0604020202020204" pitchFamily="34" charset="0"/>
            </a:rPr>
            <a:t>DIKLIT ( Data Pendidikan dan Penelitian )</a:t>
          </a:r>
          <a:endParaRPr lang="en-ID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FA034F-8153-4A9D-BD43-CFC52E197E4C}" type="parTrans" cxnId="{F163D870-BB88-4400-A257-EEF952AEE4C7}">
      <dgm:prSet/>
      <dgm:spPr/>
      <dgm:t>
        <a:bodyPr/>
        <a:lstStyle/>
        <a:p>
          <a:endParaRPr lang="en-ID"/>
        </a:p>
      </dgm:t>
    </dgm:pt>
    <dgm:pt modelId="{46BB337E-FB86-4466-8494-A9590E861183}" type="sibTrans" cxnId="{F163D870-BB88-4400-A257-EEF952AEE4C7}">
      <dgm:prSet/>
      <dgm:spPr/>
      <dgm:t>
        <a:bodyPr/>
        <a:lstStyle/>
        <a:p>
          <a:endParaRPr lang="en-ID"/>
        </a:p>
      </dgm:t>
    </dgm:pt>
    <dgm:pt modelId="{C6AE0A3A-E8D9-4279-AC48-421316468327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INTEGRASI SIMRS GOS - SMARTPRESENCE (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Kehadiran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3A070F-AC27-4A8D-9D44-B31936DCA10B}" type="parTrans" cxnId="{0801401A-B782-4927-82C1-8A27CFE0D191}">
      <dgm:prSet/>
      <dgm:spPr/>
      <dgm:t>
        <a:bodyPr/>
        <a:lstStyle/>
        <a:p>
          <a:endParaRPr lang="en-ID"/>
        </a:p>
      </dgm:t>
    </dgm:pt>
    <dgm:pt modelId="{FDF8D08E-AC2D-487D-A88D-0DCE88D41EA5}" type="sibTrans" cxnId="{0801401A-B782-4927-82C1-8A27CFE0D191}">
      <dgm:prSet/>
      <dgm:spPr/>
      <dgm:t>
        <a:bodyPr/>
        <a:lstStyle/>
        <a:p>
          <a:endParaRPr lang="en-ID"/>
        </a:p>
      </dgm:t>
    </dgm:pt>
    <dgm:pt modelId="{141A6EED-0062-4ABB-8C3E-3DC5C9867187}">
      <dgm:prSet phldrT="[Text]"/>
      <dgm:spPr/>
      <dgm:t>
        <a:bodyPr/>
        <a:lstStyle/>
        <a:p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Catatan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Kegiatan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Harian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/ Log Book</a:t>
          </a:r>
          <a:endParaRPr lang="en-ID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0D0576-8EC6-4F29-875D-E33CB8AAF691}" type="parTrans" cxnId="{05AB69CC-923B-489D-B121-1DEE9DC4B5B2}">
      <dgm:prSet/>
      <dgm:spPr/>
      <dgm:t>
        <a:bodyPr/>
        <a:lstStyle/>
        <a:p>
          <a:endParaRPr lang="en-ID"/>
        </a:p>
      </dgm:t>
    </dgm:pt>
    <dgm:pt modelId="{7910C3B3-62A4-4572-9DAB-6B03627EEC91}" type="sibTrans" cxnId="{05AB69CC-923B-489D-B121-1DEE9DC4B5B2}">
      <dgm:prSet/>
      <dgm:spPr/>
      <dgm:t>
        <a:bodyPr/>
        <a:lstStyle/>
        <a:p>
          <a:endParaRPr lang="en-ID"/>
        </a:p>
      </dgm:t>
    </dgm:pt>
    <dgm:pt modelId="{D3E2767A-7A0C-4C31-A7CE-EC69A60081A2}" type="pres">
      <dgm:prSet presAssocID="{95A1D6B2-D904-4730-9D57-DF97055E4EEB}" presName="Name0" presStyleCnt="0">
        <dgm:presLayoutVars>
          <dgm:dir/>
          <dgm:animLvl val="lvl"/>
          <dgm:resizeHandles val="exact"/>
        </dgm:presLayoutVars>
      </dgm:prSet>
      <dgm:spPr/>
    </dgm:pt>
    <dgm:pt modelId="{1FA651B5-BEDB-4A40-BF54-A9E6E935DE08}" type="pres">
      <dgm:prSet presAssocID="{1E5C03AF-C595-4C4A-BD03-A45EF2501472}" presName="linNode" presStyleCnt="0"/>
      <dgm:spPr/>
    </dgm:pt>
    <dgm:pt modelId="{2B399152-3BEF-426B-978B-1EF500591DE4}" type="pres">
      <dgm:prSet presAssocID="{1E5C03AF-C595-4C4A-BD03-A45EF2501472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647B769C-40D6-411C-B370-79EA1D952615}" type="pres">
      <dgm:prSet presAssocID="{1E5C03AF-C595-4C4A-BD03-A45EF2501472}" presName="descendantText" presStyleLbl="alignAccFollowNode1" presStyleIdx="0" presStyleCnt="5">
        <dgm:presLayoutVars>
          <dgm:bulletEnabled val="1"/>
        </dgm:presLayoutVars>
      </dgm:prSet>
      <dgm:spPr/>
    </dgm:pt>
    <dgm:pt modelId="{168AEC37-51C2-40F2-9E1F-323C81924E50}" type="pres">
      <dgm:prSet presAssocID="{64A1BCBA-AAF9-438D-8146-EBB47FE472AA}" presName="sp" presStyleCnt="0"/>
      <dgm:spPr/>
    </dgm:pt>
    <dgm:pt modelId="{E318C3F2-B808-4844-8095-68EAFDB24061}" type="pres">
      <dgm:prSet presAssocID="{329DCD51-6602-448F-B6FC-77AAF6C48EA8}" presName="linNode" presStyleCnt="0"/>
      <dgm:spPr/>
    </dgm:pt>
    <dgm:pt modelId="{23BE50CA-E0D5-4373-AFD2-518BB226DD62}" type="pres">
      <dgm:prSet presAssocID="{329DCD51-6602-448F-B6FC-77AAF6C48EA8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FF958B54-ADA2-4EF5-AD94-6DFFFC08AE30}" type="pres">
      <dgm:prSet presAssocID="{329DCD51-6602-448F-B6FC-77AAF6C48EA8}" presName="descendantText" presStyleLbl="alignAccFollowNode1" presStyleIdx="1" presStyleCnt="5">
        <dgm:presLayoutVars>
          <dgm:bulletEnabled val="1"/>
        </dgm:presLayoutVars>
      </dgm:prSet>
      <dgm:spPr/>
    </dgm:pt>
    <dgm:pt modelId="{3BC39EC4-7B5B-4E28-8D5D-78DFBC1F3BF5}" type="pres">
      <dgm:prSet presAssocID="{45E0FBB3-0BAE-41B0-8D42-39E6046C1EA0}" presName="sp" presStyleCnt="0"/>
      <dgm:spPr/>
    </dgm:pt>
    <dgm:pt modelId="{46FC97DC-CFE2-48E9-9C21-F121C9908B91}" type="pres">
      <dgm:prSet presAssocID="{80D2B6EA-B4E1-4DB8-80C5-B3BEFFA7629C}" presName="linNode" presStyleCnt="0"/>
      <dgm:spPr/>
    </dgm:pt>
    <dgm:pt modelId="{2356C575-E8F3-494F-9C15-35400CC3A375}" type="pres">
      <dgm:prSet presAssocID="{80D2B6EA-B4E1-4DB8-80C5-B3BEFFA7629C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296B7D4A-A255-4202-95F8-1C61876EE7DF}" type="pres">
      <dgm:prSet presAssocID="{80D2B6EA-B4E1-4DB8-80C5-B3BEFFA7629C}" presName="descendantText" presStyleLbl="alignAccFollowNode1" presStyleIdx="2" presStyleCnt="5">
        <dgm:presLayoutVars>
          <dgm:bulletEnabled val="1"/>
        </dgm:presLayoutVars>
      </dgm:prSet>
      <dgm:spPr/>
    </dgm:pt>
    <dgm:pt modelId="{0E350A81-AA57-4800-A21B-D681C1F22B92}" type="pres">
      <dgm:prSet presAssocID="{861F9756-1ABD-4416-8916-5769D9196462}" presName="sp" presStyleCnt="0"/>
      <dgm:spPr/>
    </dgm:pt>
    <dgm:pt modelId="{C354CDD2-0FA1-45FF-90A3-3CCEC188B311}" type="pres">
      <dgm:prSet presAssocID="{ECFE9BDC-7E13-4C0C-87FB-0E916404161D}" presName="linNode" presStyleCnt="0"/>
      <dgm:spPr/>
    </dgm:pt>
    <dgm:pt modelId="{8C5DE7CD-FB69-4D01-AE17-36C419B4830E}" type="pres">
      <dgm:prSet presAssocID="{ECFE9BDC-7E13-4C0C-87FB-0E916404161D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A3958772-63F0-4AEF-AE1D-97807D2D7984}" type="pres">
      <dgm:prSet presAssocID="{ECFE9BDC-7E13-4C0C-87FB-0E916404161D}" presName="descendantText" presStyleLbl="alignAccFollowNode1" presStyleIdx="3" presStyleCnt="5">
        <dgm:presLayoutVars>
          <dgm:bulletEnabled val="1"/>
        </dgm:presLayoutVars>
      </dgm:prSet>
      <dgm:spPr/>
    </dgm:pt>
    <dgm:pt modelId="{81EE1980-4632-4376-854C-140CDD60B950}" type="pres">
      <dgm:prSet presAssocID="{F07B23A7-1F0B-46C8-A138-A3E7D34E3396}" presName="sp" presStyleCnt="0"/>
      <dgm:spPr/>
    </dgm:pt>
    <dgm:pt modelId="{F8EDAAE2-36CC-44D1-9BDB-D0D45CE57A43}" type="pres">
      <dgm:prSet presAssocID="{EE834CF1-2BE8-406C-8B60-D803DF209A1F}" presName="linNode" presStyleCnt="0"/>
      <dgm:spPr/>
    </dgm:pt>
    <dgm:pt modelId="{C0B45D28-92FB-44B4-96BF-D7A830E6C0B0}" type="pres">
      <dgm:prSet presAssocID="{EE834CF1-2BE8-406C-8B60-D803DF209A1F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727FA849-A515-4EE8-BAF6-027334AB69DF}" type="pres">
      <dgm:prSet presAssocID="{EE834CF1-2BE8-406C-8B60-D803DF209A1F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A55A6B19-50E2-47D1-8C5E-039893AC42CD}" srcId="{95A1D6B2-D904-4730-9D57-DF97055E4EEB}" destId="{1E5C03AF-C595-4C4A-BD03-A45EF2501472}" srcOrd="0" destOrd="0" parTransId="{6FF7070D-67CE-4BD1-B0AC-A4BCA1A5837C}" sibTransId="{64A1BCBA-AAF9-438D-8146-EBB47FE472AA}"/>
    <dgm:cxn modelId="{17D3F019-F01B-4E6A-A8D5-F21E9C4DFA70}" type="presOf" srcId="{329DCD51-6602-448F-B6FC-77AAF6C48EA8}" destId="{23BE50CA-E0D5-4373-AFD2-518BB226DD62}" srcOrd="0" destOrd="0" presId="urn:microsoft.com/office/officeart/2005/8/layout/vList5"/>
    <dgm:cxn modelId="{0801401A-B782-4927-82C1-8A27CFE0D191}" srcId="{80D2B6EA-B4E1-4DB8-80C5-B3BEFFA7629C}" destId="{C6AE0A3A-E8D9-4279-AC48-421316468327}" srcOrd="2" destOrd="0" parTransId="{B33A070F-AC27-4A8D-9D44-B31936DCA10B}" sibTransId="{FDF8D08E-AC2D-487D-A88D-0DCE88D41EA5}"/>
    <dgm:cxn modelId="{95819F37-2344-439D-B146-FCAB2060741B}" type="presOf" srcId="{5F9D9097-356C-4FA5-B8BD-41390A6FAB67}" destId="{727FA849-A515-4EE8-BAF6-027334AB69DF}" srcOrd="0" destOrd="1" presId="urn:microsoft.com/office/officeart/2005/8/layout/vList5"/>
    <dgm:cxn modelId="{EC13D138-FC21-40DC-ACB1-062984BCBBC9}" type="presOf" srcId="{88DAA255-4C5C-4190-83C2-A7E563D9C5C0}" destId="{A3958772-63F0-4AEF-AE1D-97807D2D7984}" srcOrd="0" destOrd="2" presId="urn:microsoft.com/office/officeart/2005/8/layout/vList5"/>
    <dgm:cxn modelId="{5A973761-3F2C-48B1-B39B-C0750F29A260}" srcId="{95A1D6B2-D904-4730-9D57-DF97055E4EEB}" destId="{80D2B6EA-B4E1-4DB8-80C5-B3BEFFA7629C}" srcOrd="2" destOrd="0" parTransId="{58103B09-729F-4FE4-B022-3C61582DCC31}" sibTransId="{861F9756-1ABD-4416-8916-5769D9196462}"/>
    <dgm:cxn modelId="{4012D644-EDFA-4EC2-AE7A-053F8C14C405}" type="presOf" srcId="{141A6EED-0062-4ABB-8C3E-3DC5C9867187}" destId="{727FA849-A515-4EE8-BAF6-027334AB69DF}" srcOrd="0" destOrd="0" presId="urn:microsoft.com/office/officeart/2005/8/layout/vList5"/>
    <dgm:cxn modelId="{FB274968-D4D1-441F-9D1F-D57843A6C8A8}" type="presOf" srcId="{B26BFF34-E7CD-49DA-BC7F-95F36DF433C9}" destId="{FF958B54-ADA2-4EF5-AD94-6DFFFC08AE30}" srcOrd="0" destOrd="1" presId="urn:microsoft.com/office/officeart/2005/8/layout/vList5"/>
    <dgm:cxn modelId="{BC8E8F4C-B708-488A-8627-D03F116EE9FE}" srcId="{95A1D6B2-D904-4730-9D57-DF97055E4EEB}" destId="{ECFE9BDC-7E13-4C0C-87FB-0E916404161D}" srcOrd="3" destOrd="0" parTransId="{DAE63667-E220-4365-9AB2-9BD75137593F}" sibTransId="{F07B23A7-1F0B-46C8-A138-A3E7D34E3396}"/>
    <dgm:cxn modelId="{F163D870-BB88-4400-A257-EEF952AEE4C7}" srcId="{80D2B6EA-B4E1-4DB8-80C5-B3BEFFA7629C}" destId="{BF523030-C01E-4128-87FF-4957DD344A3E}" srcOrd="1" destOrd="0" parTransId="{08FA034F-8153-4A9D-BD43-CFC52E197E4C}" sibTransId="{46BB337E-FB86-4466-8494-A9590E861183}"/>
    <dgm:cxn modelId="{05D38451-CD13-4B7E-9BF6-455012F111FE}" type="presOf" srcId="{ECFE9BDC-7E13-4C0C-87FB-0E916404161D}" destId="{8C5DE7CD-FB69-4D01-AE17-36C419B4830E}" srcOrd="0" destOrd="0" presId="urn:microsoft.com/office/officeart/2005/8/layout/vList5"/>
    <dgm:cxn modelId="{6BBD9951-F6B5-4C73-B354-7BB4A33FBBA1}" srcId="{329DCD51-6602-448F-B6FC-77AAF6C48EA8}" destId="{C696207F-D961-4A03-BB8E-FCB1EB192619}" srcOrd="0" destOrd="0" parTransId="{0F851743-EE12-4C3B-813D-1F747BC5281C}" sibTransId="{3CF4FC00-89DB-4F87-9142-3CA95F3A7236}"/>
    <dgm:cxn modelId="{4CD61954-8F0A-4F6F-9ADA-0488E3ADCFD6}" type="presOf" srcId="{EE834CF1-2BE8-406C-8B60-D803DF209A1F}" destId="{C0B45D28-92FB-44B4-96BF-D7A830E6C0B0}" srcOrd="0" destOrd="0" presId="urn:microsoft.com/office/officeart/2005/8/layout/vList5"/>
    <dgm:cxn modelId="{B7EFF574-407A-4AD7-9191-A2E894C0C816}" srcId="{ECFE9BDC-7E13-4C0C-87FB-0E916404161D}" destId="{2E92611C-8CD0-4526-930A-7AC2AAB2ED49}" srcOrd="0" destOrd="0" parTransId="{0FCD9046-FE33-44D3-BB4D-29F05E7F06ED}" sibTransId="{576E6674-1979-48D0-9216-901DDFEA5D79}"/>
    <dgm:cxn modelId="{60EF8275-995B-4809-BCCF-69C56C24C010}" type="presOf" srcId="{353B42BD-CB09-40FA-B3DF-DE9F3E2793A8}" destId="{647B769C-40D6-411C-B370-79EA1D952615}" srcOrd="0" destOrd="2" presId="urn:microsoft.com/office/officeart/2005/8/layout/vList5"/>
    <dgm:cxn modelId="{16FBDF75-C39D-46BF-8D22-8195F84D98A2}" srcId="{95A1D6B2-D904-4730-9D57-DF97055E4EEB}" destId="{329DCD51-6602-448F-B6FC-77AAF6C48EA8}" srcOrd="1" destOrd="0" parTransId="{A052AF84-004C-437D-8960-3B9B3844C9B8}" sibTransId="{45E0FBB3-0BAE-41B0-8D42-39E6046C1EA0}"/>
    <dgm:cxn modelId="{7FB1AD83-10A5-45D2-BFDD-9BB77029E1E9}" srcId="{95A1D6B2-D904-4730-9D57-DF97055E4EEB}" destId="{EE834CF1-2BE8-406C-8B60-D803DF209A1F}" srcOrd="4" destOrd="0" parTransId="{7AA1B3D6-B7EA-4C6D-8A45-8922C223D4FF}" sibTransId="{CB9D1AE7-2955-44F6-A605-4AE0F9D409A3}"/>
    <dgm:cxn modelId="{18BF1684-5AD3-4384-BAC9-1D837393C68A}" type="presOf" srcId="{C6AE0A3A-E8D9-4279-AC48-421316468327}" destId="{296B7D4A-A255-4202-95F8-1C61876EE7DF}" srcOrd="0" destOrd="2" presId="urn:microsoft.com/office/officeart/2005/8/layout/vList5"/>
    <dgm:cxn modelId="{C2AB6087-BA01-442C-89CA-749F862A5F1D}" type="presOf" srcId="{C696207F-D961-4A03-BB8E-FCB1EB192619}" destId="{FF958B54-ADA2-4EF5-AD94-6DFFFC08AE30}" srcOrd="0" destOrd="0" presId="urn:microsoft.com/office/officeart/2005/8/layout/vList5"/>
    <dgm:cxn modelId="{07651B8C-BB46-44C4-AC2F-324E06716441}" type="presOf" srcId="{DC5A544C-CA73-48E3-B79E-6BF6CFFF42F9}" destId="{727FA849-A515-4EE8-BAF6-027334AB69DF}" srcOrd="0" destOrd="2" presId="urn:microsoft.com/office/officeart/2005/8/layout/vList5"/>
    <dgm:cxn modelId="{18228D94-E616-4830-BF22-5885F0C10501}" type="presOf" srcId="{95A1D6B2-D904-4730-9D57-DF97055E4EEB}" destId="{D3E2767A-7A0C-4C31-A7CE-EC69A60081A2}" srcOrd="0" destOrd="0" presId="urn:microsoft.com/office/officeart/2005/8/layout/vList5"/>
    <dgm:cxn modelId="{55DA779B-C689-4F80-92CC-427B04B072A9}" type="presOf" srcId="{2E92611C-8CD0-4526-930A-7AC2AAB2ED49}" destId="{A3958772-63F0-4AEF-AE1D-97807D2D7984}" srcOrd="0" destOrd="0" presId="urn:microsoft.com/office/officeart/2005/8/layout/vList5"/>
    <dgm:cxn modelId="{1E2AF5A4-C409-4774-8F49-21C77525C941}" srcId="{329DCD51-6602-448F-B6FC-77AAF6C48EA8}" destId="{B26BFF34-E7CD-49DA-BC7F-95F36DF433C9}" srcOrd="1" destOrd="0" parTransId="{A4AC9368-3176-4DF6-95C7-C9B3EE0D530B}" sibTransId="{2335BFC3-AE59-4BCE-B120-08732895CCA7}"/>
    <dgm:cxn modelId="{8E68A0AE-CE67-4CB5-8111-C2F5EA3FC76E}" type="presOf" srcId="{6D1A506D-3677-45BB-8F2D-11CAB37BBEF3}" destId="{647B769C-40D6-411C-B370-79EA1D952615}" srcOrd="0" destOrd="1" presId="urn:microsoft.com/office/officeart/2005/8/layout/vList5"/>
    <dgm:cxn modelId="{07FFB0B3-01CF-4692-BE81-AC0C4FDA3DB6}" srcId="{1E5C03AF-C595-4C4A-BD03-A45EF2501472}" destId="{353B42BD-CB09-40FA-B3DF-DE9F3E2793A8}" srcOrd="2" destOrd="0" parTransId="{334335B4-7E8F-40E5-8ED3-6312F9E62676}" sibTransId="{15D74759-8E1C-4B44-A45D-A5AC46DCC118}"/>
    <dgm:cxn modelId="{5E1A4BBA-100A-4B0A-982F-4A6EE66FB601}" type="presOf" srcId="{798F3724-F974-4384-B84A-FC82BEDE2881}" destId="{296B7D4A-A255-4202-95F8-1C61876EE7DF}" srcOrd="0" destOrd="0" presId="urn:microsoft.com/office/officeart/2005/8/layout/vList5"/>
    <dgm:cxn modelId="{BA41D3BA-F135-49EC-9139-EDB01600064C}" type="presOf" srcId="{915413B2-9E44-4047-B103-604ED5D3C992}" destId="{647B769C-40D6-411C-B370-79EA1D952615}" srcOrd="0" destOrd="0" presId="urn:microsoft.com/office/officeart/2005/8/layout/vList5"/>
    <dgm:cxn modelId="{BB611FC2-86C3-4AE3-9102-20AB5D17172E}" type="presOf" srcId="{80D2B6EA-B4E1-4DB8-80C5-B3BEFFA7629C}" destId="{2356C575-E8F3-494F-9C15-35400CC3A375}" srcOrd="0" destOrd="0" presId="urn:microsoft.com/office/officeart/2005/8/layout/vList5"/>
    <dgm:cxn modelId="{B1EC8CC2-16DF-43CA-A5C4-86FAF9B3281B}" srcId="{ECFE9BDC-7E13-4C0C-87FB-0E916404161D}" destId="{7C952961-6CE9-4A01-94E7-65520CAC6236}" srcOrd="1" destOrd="0" parTransId="{A535049B-ADC8-4416-8406-192E8B2A0F17}" sibTransId="{08A031B4-AC2E-4670-B99E-2F3045A3BE50}"/>
    <dgm:cxn modelId="{D277E4C4-B0BB-4CF6-BF06-E4C349F6E2AC}" srcId="{1E5C03AF-C595-4C4A-BD03-A45EF2501472}" destId="{915413B2-9E44-4047-B103-604ED5D3C992}" srcOrd="0" destOrd="0" parTransId="{682F3E51-4D0C-43B2-A055-4DB77A07A997}" sibTransId="{A86A80BD-CAE6-4E93-89BD-D3FE833DC329}"/>
    <dgm:cxn modelId="{05AB69CC-923B-489D-B121-1DEE9DC4B5B2}" srcId="{EE834CF1-2BE8-406C-8B60-D803DF209A1F}" destId="{141A6EED-0062-4ABB-8C3E-3DC5C9867187}" srcOrd="0" destOrd="0" parTransId="{C10D0576-8EC6-4F29-875D-E33CB8AAF691}" sibTransId="{7910C3B3-62A4-4572-9DAB-6B03627EEC91}"/>
    <dgm:cxn modelId="{ED4C18D3-0EB0-4FB2-89C4-3139FAEDC4FA}" srcId="{EE834CF1-2BE8-406C-8B60-D803DF209A1F}" destId="{5F9D9097-356C-4FA5-B8BD-41390A6FAB67}" srcOrd="1" destOrd="0" parTransId="{92BA3B5B-6524-4680-B102-F6AF36D0BD9B}" sibTransId="{EC89F2A2-C55D-4079-86F4-A349FFA4FFB8}"/>
    <dgm:cxn modelId="{9AC9CFD4-1A21-43F2-B11C-F9D5B3BE7695}" type="presOf" srcId="{1E5C03AF-C595-4C4A-BD03-A45EF2501472}" destId="{2B399152-3BEF-426B-978B-1EF500591DE4}" srcOrd="0" destOrd="0" presId="urn:microsoft.com/office/officeart/2005/8/layout/vList5"/>
    <dgm:cxn modelId="{F8F979DC-13CB-42A9-9999-4FABC7AE1AF5}" srcId="{329DCD51-6602-448F-B6FC-77AAF6C48EA8}" destId="{20EAF254-3D3C-42BA-AE06-C58502E1FA1A}" srcOrd="2" destOrd="0" parTransId="{EE6C7169-9FE6-4458-80E6-365583D5D30C}" sibTransId="{537F0F30-A371-4027-90F8-64EF3AF1A839}"/>
    <dgm:cxn modelId="{B9A97DDF-2AE7-495E-B853-7C132E526874}" srcId="{EE834CF1-2BE8-406C-8B60-D803DF209A1F}" destId="{DC5A544C-CA73-48E3-B79E-6BF6CFFF42F9}" srcOrd="2" destOrd="0" parTransId="{F9B35734-E144-41D4-A028-7F63C6C0811D}" sibTransId="{CF558223-997B-4ADE-A831-22E43266BC92}"/>
    <dgm:cxn modelId="{A0D37EE2-FC45-4E82-9EF5-0337A2A81B0B}" type="presOf" srcId="{7C952961-6CE9-4A01-94E7-65520CAC6236}" destId="{A3958772-63F0-4AEF-AE1D-97807D2D7984}" srcOrd="0" destOrd="1" presId="urn:microsoft.com/office/officeart/2005/8/layout/vList5"/>
    <dgm:cxn modelId="{7EE146E9-7FC3-4918-AC6A-17C6657C60D6}" srcId="{80D2B6EA-B4E1-4DB8-80C5-B3BEFFA7629C}" destId="{798F3724-F974-4384-B84A-FC82BEDE2881}" srcOrd="0" destOrd="0" parTransId="{671AC230-93C4-4C7D-AC41-BE4BEB2714F2}" sibTransId="{ED21F89B-E6B0-4334-937F-2091CFB6532C}"/>
    <dgm:cxn modelId="{6E548CF1-19F0-4BDA-868C-72119CC5BDB0}" type="presOf" srcId="{BF523030-C01E-4128-87FF-4957DD344A3E}" destId="{296B7D4A-A255-4202-95F8-1C61876EE7DF}" srcOrd="0" destOrd="1" presId="urn:microsoft.com/office/officeart/2005/8/layout/vList5"/>
    <dgm:cxn modelId="{9E99C9F4-39EE-4BFB-9F31-B8C158B2D524}" srcId="{1E5C03AF-C595-4C4A-BD03-A45EF2501472}" destId="{6D1A506D-3677-45BB-8F2D-11CAB37BBEF3}" srcOrd="1" destOrd="0" parTransId="{8EC4DCA9-BA88-4B01-9F52-30450A96372F}" sibTransId="{61858212-FE81-44F2-B508-B944A525CD86}"/>
    <dgm:cxn modelId="{92D2D0FB-00E6-4509-81DC-42B94CA1B2AB}" type="presOf" srcId="{20EAF254-3D3C-42BA-AE06-C58502E1FA1A}" destId="{FF958B54-ADA2-4EF5-AD94-6DFFFC08AE30}" srcOrd="0" destOrd="2" presId="urn:microsoft.com/office/officeart/2005/8/layout/vList5"/>
    <dgm:cxn modelId="{CD0FBEFE-23F1-41BA-BACF-BF318F66BE2F}" srcId="{ECFE9BDC-7E13-4C0C-87FB-0E916404161D}" destId="{88DAA255-4C5C-4190-83C2-A7E563D9C5C0}" srcOrd="2" destOrd="0" parTransId="{5F21D975-EF90-4FF5-B824-D139FF764D68}" sibTransId="{396D732A-A8CC-42A0-AFD2-F7B3E641B0A2}"/>
    <dgm:cxn modelId="{C9FE4F3C-C767-41F5-A2A3-858DB77E753F}" type="presParOf" srcId="{D3E2767A-7A0C-4C31-A7CE-EC69A60081A2}" destId="{1FA651B5-BEDB-4A40-BF54-A9E6E935DE08}" srcOrd="0" destOrd="0" presId="urn:microsoft.com/office/officeart/2005/8/layout/vList5"/>
    <dgm:cxn modelId="{502BD008-159E-4BB4-A47D-A4DB933AF9AE}" type="presParOf" srcId="{1FA651B5-BEDB-4A40-BF54-A9E6E935DE08}" destId="{2B399152-3BEF-426B-978B-1EF500591DE4}" srcOrd="0" destOrd="0" presId="urn:microsoft.com/office/officeart/2005/8/layout/vList5"/>
    <dgm:cxn modelId="{385CCDD8-49E0-4D66-B355-30DF7362F3C5}" type="presParOf" srcId="{1FA651B5-BEDB-4A40-BF54-A9E6E935DE08}" destId="{647B769C-40D6-411C-B370-79EA1D952615}" srcOrd="1" destOrd="0" presId="urn:microsoft.com/office/officeart/2005/8/layout/vList5"/>
    <dgm:cxn modelId="{7C5ED86F-86ED-4F9F-9682-87C12B21C160}" type="presParOf" srcId="{D3E2767A-7A0C-4C31-A7CE-EC69A60081A2}" destId="{168AEC37-51C2-40F2-9E1F-323C81924E50}" srcOrd="1" destOrd="0" presId="urn:microsoft.com/office/officeart/2005/8/layout/vList5"/>
    <dgm:cxn modelId="{41106981-B02A-40F7-9837-12B116F2BA1C}" type="presParOf" srcId="{D3E2767A-7A0C-4C31-A7CE-EC69A60081A2}" destId="{E318C3F2-B808-4844-8095-68EAFDB24061}" srcOrd="2" destOrd="0" presId="urn:microsoft.com/office/officeart/2005/8/layout/vList5"/>
    <dgm:cxn modelId="{F73C76A9-1525-4E1F-9403-E4C0A69C4161}" type="presParOf" srcId="{E318C3F2-B808-4844-8095-68EAFDB24061}" destId="{23BE50CA-E0D5-4373-AFD2-518BB226DD62}" srcOrd="0" destOrd="0" presId="urn:microsoft.com/office/officeart/2005/8/layout/vList5"/>
    <dgm:cxn modelId="{35C52EE7-5B09-4211-B0EE-B594FA99CF4F}" type="presParOf" srcId="{E318C3F2-B808-4844-8095-68EAFDB24061}" destId="{FF958B54-ADA2-4EF5-AD94-6DFFFC08AE30}" srcOrd="1" destOrd="0" presId="urn:microsoft.com/office/officeart/2005/8/layout/vList5"/>
    <dgm:cxn modelId="{94F5B769-F25D-4112-884C-8B7B27C5EF89}" type="presParOf" srcId="{D3E2767A-7A0C-4C31-A7CE-EC69A60081A2}" destId="{3BC39EC4-7B5B-4E28-8D5D-78DFBC1F3BF5}" srcOrd="3" destOrd="0" presId="urn:microsoft.com/office/officeart/2005/8/layout/vList5"/>
    <dgm:cxn modelId="{A6B51C74-E3F1-4C3C-B6DC-283C52C22C72}" type="presParOf" srcId="{D3E2767A-7A0C-4C31-A7CE-EC69A60081A2}" destId="{46FC97DC-CFE2-48E9-9C21-F121C9908B91}" srcOrd="4" destOrd="0" presId="urn:microsoft.com/office/officeart/2005/8/layout/vList5"/>
    <dgm:cxn modelId="{1938B305-9D91-4282-B89D-E751D276EDB5}" type="presParOf" srcId="{46FC97DC-CFE2-48E9-9C21-F121C9908B91}" destId="{2356C575-E8F3-494F-9C15-35400CC3A375}" srcOrd="0" destOrd="0" presId="urn:microsoft.com/office/officeart/2005/8/layout/vList5"/>
    <dgm:cxn modelId="{84E1E257-27FA-4F1B-882F-0F3A5A70A547}" type="presParOf" srcId="{46FC97DC-CFE2-48E9-9C21-F121C9908B91}" destId="{296B7D4A-A255-4202-95F8-1C61876EE7DF}" srcOrd="1" destOrd="0" presId="urn:microsoft.com/office/officeart/2005/8/layout/vList5"/>
    <dgm:cxn modelId="{CE4C3E7F-ECCA-4BE0-8A37-38D0D7908D8C}" type="presParOf" srcId="{D3E2767A-7A0C-4C31-A7CE-EC69A60081A2}" destId="{0E350A81-AA57-4800-A21B-D681C1F22B92}" srcOrd="5" destOrd="0" presId="urn:microsoft.com/office/officeart/2005/8/layout/vList5"/>
    <dgm:cxn modelId="{07FA43CC-7A46-406A-8F19-577F4AFCBC68}" type="presParOf" srcId="{D3E2767A-7A0C-4C31-A7CE-EC69A60081A2}" destId="{C354CDD2-0FA1-45FF-90A3-3CCEC188B311}" srcOrd="6" destOrd="0" presId="urn:microsoft.com/office/officeart/2005/8/layout/vList5"/>
    <dgm:cxn modelId="{4EB7863F-C806-470B-BF2D-5EE3F2F812FC}" type="presParOf" srcId="{C354CDD2-0FA1-45FF-90A3-3CCEC188B311}" destId="{8C5DE7CD-FB69-4D01-AE17-36C419B4830E}" srcOrd="0" destOrd="0" presId="urn:microsoft.com/office/officeart/2005/8/layout/vList5"/>
    <dgm:cxn modelId="{4F3FA816-0639-454E-B8B6-13F177A549F1}" type="presParOf" srcId="{C354CDD2-0FA1-45FF-90A3-3CCEC188B311}" destId="{A3958772-63F0-4AEF-AE1D-97807D2D7984}" srcOrd="1" destOrd="0" presId="urn:microsoft.com/office/officeart/2005/8/layout/vList5"/>
    <dgm:cxn modelId="{1E725A0F-DD14-46B0-85E2-EDFA931D2B12}" type="presParOf" srcId="{D3E2767A-7A0C-4C31-A7CE-EC69A60081A2}" destId="{81EE1980-4632-4376-854C-140CDD60B950}" srcOrd="7" destOrd="0" presId="urn:microsoft.com/office/officeart/2005/8/layout/vList5"/>
    <dgm:cxn modelId="{BEE284DC-10AE-4C20-A777-C6B19074BD5B}" type="presParOf" srcId="{D3E2767A-7A0C-4C31-A7CE-EC69A60081A2}" destId="{F8EDAAE2-36CC-44D1-9BDB-D0D45CE57A43}" srcOrd="8" destOrd="0" presId="urn:microsoft.com/office/officeart/2005/8/layout/vList5"/>
    <dgm:cxn modelId="{900F8DF8-F6C7-44DE-9B90-2A8ED8869C79}" type="presParOf" srcId="{F8EDAAE2-36CC-44D1-9BDB-D0D45CE57A43}" destId="{C0B45D28-92FB-44B4-96BF-D7A830E6C0B0}" srcOrd="0" destOrd="0" presId="urn:microsoft.com/office/officeart/2005/8/layout/vList5"/>
    <dgm:cxn modelId="{C4DBA1BB-8E12-401E-9043-11863683C808}" type="presParOf" srcId="{F8EDAAE2-36CC-44D1-9BDB-D0D45CE57A43}" destId="{727FA849-A515-4EE8-BAF6-027334AB69D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D25475C-41EF-4FCC-9F68-9AF7752F3A04}" type="doc">
      <dgm:prSet loTypeId="urn:microsoft.com/office/officeart/2011/layout/TabList" loCatId="list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en-ID"/>
        </a:p>
      </dgm:t>
    </dgm:pt>
    <dgm:pt modelId="{920B5528-2A31-4C94-950A-5A26AC58777E}">
      <dgm:prSet phldrT="[Text]"/>
      <dgm:spPr/>
      <dgm:t>
        <a:bodyPr/>
        <a:lstStyle/>
        <a:p>
          <a:r>
            <a:rPr lang="en-US" dirty="0"/>
            <a:t>MEDIK SPESIALIS</a:t>
          </a:r>
          <a:endParaRPr lang="en-ID" dirty="0"/>
        </a:p>
      </dgm:t>
    </dgm:pt>
    <dgm:pt modelId="{A6EB25D8-6D7D-4D2B-A9F7-213E90999140}" type="parTrans" cxnId="{15ECBE70-8833-4BE2-8E56-1302B7B1EBA8}">
      <dgm:prSet/>
      <dgm:spPr/>
      <dgm:t>
        <a:bodyPr/>
        <a:lstStyle/>
        <a:p>
          <a:endParaRPr lang="en-ID"/>
        </a:p>
      </dgm:t>
    </dgm:pt>
    <dgm:pt modelId="{E2A68C0F-7B9B-4FAD-A8D5-14A148FEEC76}" type="sibTrans" cxnId="{15ECBE70-8833-4BE2-8E56-1302B7B1EBA8}">
      <dgm:prSet/>
      <dgm:spPr/>
      <dgm:t>
        <a:bodyPr/>
        <a:lstStyle/>
        <a:p>
          <a:endParaRPr lang="en-ID"/>
        </a:p>
      </dgm:t>
    </dgm:pt>
    <dgm:pt modelId="{B6EB7E57-F353-4633-9834-13D689CAA1CC}">
      <dgm:prSet phldrT="[Text]" custT="1"/>
      <dgm:spPr>
        <a:solidFill>
          <a:schemeClr val="tx2"/>
        </a:solidFill>
      </dgm:spPr>
      <dgm:t>
        <a:bodyPr/>
        <a:lstStyle/>
        <a:p>
          <a:r>
            <a: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Dokter </a:t>
          </a:r>
          <a:r>
            <a:rPr lang="en-US" sz="20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Spesialis</a:t>
          </a:r>
          <a:r>
            <a: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, Dokter Gigi </a:t>
          </a:r>
          <a:r>
            <a:rPr lang="en-US" sz="20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Spesialis</a:t>
          </a:r>
          <a:endParaRPr lang="en-ID" sz="20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53DA30-0F90-4DA0-B857-FCB8CADA8648}" type="parTrans" cxnId="{FD39D622-26A1-48DF-B03B-680EBD00081A}">
      <dgm:prSet/>
      <dgm:spPr/>
      <dgm:t>
        <a:bodyPr/>
        <a:lstStyle/>
        <a:p>
          <a:endParaRPr lang="en-ID"/>
        </a:p>
      </dgm:t>
    </dgm:pt>
    <dgm:pt modelId="{F5321840-730C-4637-B140-31AF602D2CCD}" type="sibTrans" cxnId="{FD39D622-26A1-48DF-B03B-680EBD00081A}">
      <dgm:prSet/>
      <dgm:spPr/>
      <dgm:t>
        <a:bodyPr/>
        <a:lstStyle/>
        <a:p>
          <a:endParaRPr lang="en-ID"/>
        </a:p>
      </dgm:t>
    </dgm:pt>
    <dgm:pt modelId="{92E33896-3023-4219-8556-70CABFA007D2}">
      <dgm:prSet phldrT="[Text]"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v"/>
          </a:pP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Periode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rekapitulasi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Data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26 (2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bulan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sebelum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) sampai dengan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25 (1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bulan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sebelum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ID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B61A2AE-1C96-4DED-966F-3BAFCF13D70D}" type="parTrans" cxnId="{0D6D3228-E230-4B51-BECD-FEE9DB36722B}">
      <dgm:prSet/>
      <dgm:spPr/>
      <dgm:t>
        <a:bodyPr/>
        <a:lstStyle/>
        <a:p>
          <a:endParaRPr lang="en-ID"/>
        </a:p>
      </dgm:t>
    </dgm:pt>
    <dgm:pt modelId="{83ABE14A-0EFF-4640-BB01-0002FBE5D5C0}" type="sibTrans" cxnId="{0D6D3228-E230-4B51-BECD-FEE9DB36722B}">
      <dgm:prSet/>
      <dgm:spPr/>
      <dgm:t>
        <a:bodyPr/>
        <a:lstStyle/>
        <a:p>
          <a:endParaRPr lang="en-ID"/>
        </a:p>
      </dgm:t>
    </dgm:pt>
    <dgm:pt modelId="{DF682F70-DA2A-4ECB-AA1B-EC9D23886686}">
      <dgm:prSet phldrT="[Text]"/>
      <dgm:spPr/>
      <dgm:t>
        <a:bodyPr/>
        <a:lstStyle/>
        <a:p>
          <a:r>
            <a:rPr lang="en-US" dirty="0"/>
            <a:t>TENAGA KESEHATAN LAIN</a:t>
          </a:r>
          <a:endParaRPr lang="en-ID" dirty="0"/>
        </a:p>
      </dgm:t>
    </dgm:pt>
    <dgm:pt modelId="{860A2D79-DC70-4507-AC0B-A601E7810865}" type="parTrans" cxnId="{6CFDFAB3-C1ED-45F8-B10C-80499C5232BD}">
      <dgm:prSet/>
      <dgm:spPr/>
      <dgm:t>
        <a:bodyPr/>
        <a:lstStyle/>
        <a:p>
          <a:endParaRPr lang="en-ID"/>
        </a:p>
      </dgm:t>
    </dgm:pt>
    <dgm:pt modelId="{C15BA801-25BD-4FB4-A9E8-EEF5120F2F64}" type="sibTrans" cxnId="{6CFDFAB3-C1ED-45F8-B10C-80499C5232BD}">
      <dgm:prSet/>
      <dgm:spPr/>
      <dgm:t>
        <a:bodyPr/>
        <a:lstStyle/>
        <a:p>
          <a:endParaRPr lang="en-ID"/>
        </a:p>
      </dgm:t>
    </dgm:pt>
    <dgm:pt modelId="{4B53CBBF-170F-41BA-8062-66D86EBF569F}">
      <dgm:prSet phldrT="[Text]" custT="1"/>
      <dgm:spPr>
        <a:solidFill>
          <a:schemeClr val="tx2"/>
        </a:solidFill>
      </dgm:spPr>
      <dgm:t>
        <a:bodyPr/>
        <a:lstStyle/>
        <a:p>
          <a:r>
            <a:rPr lang="en-ID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Tenaga </a:t>
          </a:r>
          <a:r>
            <a:rPr lang="en-ID" sz="16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Bidan</a:t>
          </a:r>
          <a:r>
            <a:rPr lang="en-ID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6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Pranata</a:t>
          </a:r>
          <a:r>
            <a:rPr lang="en-ID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6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Laboratorium</a:t>
          </a:r>
          <a:r>
            <a:rPr lang="en-ID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6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Radiografer</a:t>
          </a:r>
          <a:r>
            <a:rPr lang="en-ID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6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Nutrisionist</a:t>
          </a:r>
          <a:r>
            <a:rPr lang="en-ID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6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Fisioterapis</a:t>
          </a:r>
          <a:r>
            <a:rPr lang="en-ID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Pharmacist, Sanitarian, </a:t>
          </a:r>
          <a:r>
            <a:rPr lang="en-ID" sz="16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dll</a:t>
          </a:r>
          <a:r>
            <a:rPr lang="en-ID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CC0FD83F-A56B-411E-A71E-1899368A0E6B}" type="parTrans" cxnId="{29322360-1813-4058-9CD6-639FA632D194}">
      <dgm:prSet/>
      <dgm:spPr/>
      <dgm:t>
        <a:bodyPr/>
        <a:lstStyle/>
        <a:p>
          <a:endParaRPr lang="en-ID"/>
        </a:p>
      </dgm:t>
    </dgm:pt>
    <dgm:pt modelId="{BA6E9FDF-C02D-4C92-91DE-B7FD1DDDF408}" type="sibTrans" cxnId="{29322360-1813-4058-9CD6-639FA632D194}">
      <dgm:prSet/>
      <dgm:spPr/>
      <dgm:t>
        <a:bodyPr/>
        <a:lstStyle/>
        <a:p>
          <a:endParaRPr lang="en-ID"/>
        </a:p>
      </dgm:t>
    </dgm:pt>
    <dgm:pt modelId="{CAD2CC17-618B-4C77-A6DE-E43A94FE5806}">
      <dgm:prSet phldrT="[Text]"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v"/>
          </a:pP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Periode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Rekapitulasi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Data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1 sampai dengan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30/31 (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bulan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sebelum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ID" sz="1800" dirty="0"/>
        </a:p>
      </dgm:t>
    </dgm:pt>
    <dgm:pt modelId="{87020AAB-FC78-4847-8CCD-29F723292F53}" type="parTrans" cxnId="{BE79B51E-A447-42C5-ADFC-5FCC4B2B982F}">
      <dgm:prSet/>
      <dgm:spPr/>
      <dgm:t>
        <a:bodyPr/>
        <a:lstStyle/>
        <a:p>
          <a:endParaRPr lang="en-ID"/>
        </a:p>
      </dgm:t>
    </dgm:pt>
    <dgm:pt modelId="{1A362D3E-7782-4F34-A7DD-76198B751296}" type="sibTrans" cxnId="{BE79B51E-A447-42C5-ADFC-5FCC4B2B982F}">
      <dgm:prSet/>
      <dgm:spPr/>
      <dgm:t>
        <a:bodyPr/>
        <a:lstStyle/>
        <a:p>
          <a:endParaRPr lang="en-ID"/>
        </a:p>
      </dgm:t>
    </dgm:pt>
    <dgm:pt modelId="{AD8CBCB8-41BC-498E-AB4A-CD547A2921EB}">
      <dgm:prSet phldrT="[Text]"/>
      <dgm:spPr/>
      <dgm:t>
        <a:bodyPr/>
        <a:lstStyle/>
        <a:p>
          <a:r>
            <a:rPr lang="en-US" dirty="0"/>
            <a:t>NON MEDIK</a:t>
          </a:r>
          <a:endParaRPr lang="en-ID" dirty="0"/>
        </a:p>
      </dgm:t>
    </dgm:pt>
    <dgm:pt modelId="{2E00F650-F0DE-4670-9BE5-A82635FC3F20}" type="parTrans" cxnId="{96A4FD74-3DC6-4AE6-B518-6F0CB23B3204}">
      <dgm:prSet/>
      <dgm:spPr/>
      <dgm:t>
        <a:bodyPr/>
        <a:lstStyle/>
        <a:p>
          <a:endParaRPr lang="en-ID"/>
        </a:p>
      </dgm:t>
    </dgm:pt>
    <dgm:pt modelId="{299AD04C-588D-4688-AAB3-B1FD5DF8B172}" type="sibTrans" cxnId="{96A4FD74-3DC6-4AE6-B518-6F0CB23B3204}">
      <dgm:prSet/>
      <dgm:spPr/>
      <dgm:t>
        <a:bodyPr/>
        <a:lstStyle/>
        <a:p>
          <a:endParaRPr lang="en-ID"/>
        </a:p>
      </dgm:t>
    </dgm:pt>
    <dgm:pt modelId="{665950B6-9EEA-4400-B9C5-434302E86DD5}">
      <dgm:prSet phldrT="[Text]" custT="1"/>
      <dgm:spPr>
        <a:solidFill>
          <a:schemeClr val="tx2"/>
        </a:solidFill>
      </dgm:spPr>
      <dgm:t>
        <a:bodyPr/>
        <a:lstStyle/>
        <a:p>
          <a:r>
            <a:rPr lang="en-US" sz="20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Sekretaris</a:t>
          </a:r>
          <a:r>
            <a:rPr lang="en-US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Administrasi, </a:t>
          </a:r>
          <a:r>
            <a:rPr lang="en-US" sz="20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Teknisi</a:t>
          </a:r>
          <a:r>
            <a:rPr lang="en-US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Security, Programmer, </a:t>
          </a:r>
          <a:r>
            <a:rPr lang="en-US" sz="20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Bendahara</a:t>
          </a:r>
          <a:r>
            <a:rPr lang="en-US" sz="20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20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dll</a:t>
          </a:r>
          <a:endParaRPr lang="en-ID" sz="2000" dirty="0">
            <a:solidFill>
              <a:sysClr val="windowText" lastClr="0000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B88193-DF7F-4FBF-9823-084A75F7C824}" type="parTrans" cxnId="{67A17E7E-F112-4965-8279-46B7CA1C9E84}">
      <dgm:prSet/>
      <dgm:spPr/>
      <dgm:t>
        <a:bodyPr/>
        <a:lstStyle/>
        <a:p>
          <a:endParaRPr lang="en-ID"/>
        </a:p>
      </dgm:t>
    </dgm:pt>
    <dgm:pt modelId="{844850FB-A727-46DB-B64F-32BB483EFFE6}" type="sibTrans" cxnId="{67A17E7E-F112-4965-8279-46B7CA1C9E84}">
      <dgm:prSet/>
      <dgm:spPr/>
      <dgm:t>
        <a:bodyPr/>
        <a:lstStyle/>
        <a:p>
          <a:endParaRPr lang="en-ID"/>
        </a:p>
      </dgm:t>
    </dgm:pt>
    <dgm:pt modelId="{3B319B9F-57D7-4F8A-ACA0-3F9A8F595448}">
      <dgm:prSet phldrT="[Text]"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v"/>
          </a:pP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Periode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Rekapitulasi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Data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1 sampai dengan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30/31 (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bulan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sebelum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ID" sz="1600" dirty="0"/>
        </a:p>
      </dgm:t>
    </dgm:pt>
    <dgm:pt modelId="{D41A9F54-5F6A-4AF9-8BFE-8E7A67E18594}" type="parTrans" cxnId="{39D54F04-E57F-4890-A671-34D1A7082844}">
      <dgm:prSet/>
      <dgm:spPr/>
      <dgm:t>
        <a:bodyPr/>
        <a:lstStyle/>
        <a:p>
          <a:endParaRPr lang="en-ID"/>
        </a:p>
      </dgm:t>
    </dgm:pt>
    <dgm:pt modelId="{0928465C-8C94-4A2B-908B-36A79102388F}" type="sibTrans" cxnId="{39D54F04-E57F-4890-A671-34D1A7082844}">
      <dgm:prSet/>
      <dgm:spPr/>
      <dgm:t>
        <a:bodyPr/>
        <a:lstStyle/>
        <a:p>
          <a:endParaRPr lang="en-ID"/>
        </a:p>
      </dgm:t>
    </dgm:pt>
    <dgm:pt modelId="{9BE13833-CA0C-4264-80C5-ADEB87488E1D}">
      <dgm:prSet phldrT="[Text]"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v"/>
          </a:pP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MEDIK</a:t>
          </a:r>
          <a:endParaRPr lang="en-ID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A5BF42C-D5FD-471A-856B-808368DD53B0}" type="parTrans" cxnId="{B7654CA0-52E6-4DFD-AF45-831FD7BC1B1C}">
      <dgm:prSet/>
      <dgm:spPr/>
      <dgm:t>
        <a:bodyPr/>
        <a:lstStyle/>
        <a:p>
          <a:endParaRPr lang="en-ID"/>
        </a:p>
      </dgm:t>
    </dgm:pt>
    <dgm:pt modelId="{BA7CE443-2FD7-42B0-99ED-9038E5DAB0CA}" type="sibTrans" cxnId="{B7654CA0-52E6-4DFD-AF45-831FD7BC1B1C}">
      <dgm:prSet/>
      <dgm:spPr/>
      <dgm:t>
        <a:bodyPr/>
        <a:lstStyle/>
        <a:p>
          <a:endParaRPr lang="en-ID"/>
        </a:p>
      </dgm:t>
    </dgm:pt>
    <dgm:pt modelId="{29A6856C-4CCF-4F66-AE66-6069F83F1942}">
      <dgm:prSet phldrT="[Text]"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v"/>
          </a:pP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PERAWAT</a:t>
          </a:r>
          <a:endParaRPr lang="en-ID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140215-EFC3-465B-B503-D2B7009B0A44}" type="parTrans" cxnId="{725C3FB2-31E0-47B2-9059-E6C48053E5F5}">
      <dgm:prSet/>
      <dgm:spPr/>
      <dgm:t>
        <a:bodyPr/>
        <a:lstStyle/>
        <a:p>
          <a:endParaRPr lang="en-ID"/>
        </a:p>
      </dgm:t>
    </dgm:pt>
    <dgm:pt modelId="{52E58BD2-13A1-488A-B143-8120010041AC}" type="sibTrans" cxnId="{725C3FB2-31E0-47B2-9059-E6C48053E5F5}">
      <dgm:prSet/>
      <dgm:spPr/>
      <dgm:t>
        <a:bodyPr/>
        <a:lstStyle/>
        <a:p>
          <a:endParaRPr lang="en-ID"/>
        </a:p>
      </dgm:t>
    </dgm:pt>
    <dgm:pt modelId="{A7526EDB-1352-498B-9FF0-19513CDA3E6E}">
      <dgm:prSet phldrT="[Text]" custT="1"/>
      <dgm:spPr>
        <a:solidFill>
          <a:schemeClr val="tx2"/>
        </a:solidFill>
      </dgm:spPr>
      <dgm:t>
        <a:bodyPr/>
        <a:lstStyle/>
        <a:p>
          <a:pPr>
            <a:lnSpc>
              <a:spcPct val="150000"/>
            </a:lnSpc>
          </a:pPr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Dokter </a:t>
          </a:r>
          <a:r>
            <a:rPr lang="en-US" sz="18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Umum</a:t>
          </a:r>
          <a:r>
            <a: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, Dokter Gigi</a:t>
          </a:r>
          <a:endParaRPr lang="en-ID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0362F14-2ED2-46D9-87FD-AEFCB46C8A3C}" type="parTrans" cxnId="{2E9618B3-70B3-4504-BCAF-A0441F07F2B2}">
      <dgm:prSet/>
      <dgm:spPr/>
      <dgm:t>
        <a:bodyPr/>
        <a:lstStyle/>
        <a:p>
          <a:endParaRPr lang="en-ID"/>
        </a:p>
      </dgm:t>
    </dgm:pt>
    <dgm:pt modelId="{295A36A7-F19E-4282-8523-994BB6E35364}" type="sibTrans" cxnId="{2E9618B3-70B3-4504-BCAF-A0441F07F2B2}">
      <dgm:prSet/>
      <dgm:spPr/>
      <dgm:t>
        <a:bodyPr/>
        <a:lstStyle/>
        <a:p>
          <a:endParaRPr lang="en-ID"/>
        </a:p>
      </dgm:t>
    </dgm:pt>
    <dgm:pt modelId="{7B01EDB1-DEDF-4E26-8CA8-217C105E2C6C}">
      <dgm:prSet phldrT="[Text]"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v"/>
          </a:pP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Periode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rekapitulasi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Data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26 (2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bulan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sebelum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) sampai dengan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25 (1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bulan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sebelum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ID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443413-9F81-44F6-9774-325CC83ED870}" type="parTrans" cxnId="{0C060C8F-B813-421E-A241-B0D91F20E054}">
      <dgm:prSet/>
      <dgm:spPr/>
      <dgm:t>
        <a:bodyPr/>
        <a:lstStyle/>
        <a:p>
          <a:endParaRPr lang="en-ID"/>
        </a:p>
      </dgm:t>
    </dgm:pt>
    <dgm:pt modelId="{DBF4DFF6-3DE6-4469-B2CC-593B03AAAE48}" type="sibTrans" cxnId="{0C060C8F-B813-421E-A241-B0D91F20E054}">
      <dgm:prSet/>
      <dgm:spPr/>
      <dgm:t>
        <a:bodyPr/>
        <a:lstStyle/>
        <a:p>
          <a:endParaRPr lang="en-ID"/>
        </a:p>
      </dgm:t>
    </dgm:pt>
    <dgm:pt modelId="{ADD4077A-1CA8-4B71-8553-7CD369C994D0}">
      <dgm:prSet phldrT="[Text]"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v"/>
          </a:pP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Perawat</a:t>
          </a:r>
          <a:endParaRPr lang="en-ID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589277-BEF6-4733-ACBD-21FECBE5B4E2}" type="parTrans" cxnId="{52A525A8-9FF5-41FC-BD33-C1D9EA212D8C}">
      <dgm:prSet/>
      <dgm:spPr/>
      <dgm:t>
        <a:bodyPr/>
        <a:lstStyle/>
        <a:p>
          <a:endParaRPr lang="en-ID"/>
        </a:p>
      </dgm:t>
    </dgm:pt>
    <dgm:pt modelId="{A1DE9E90-ED72-4276-9F0E-253DF89192DC}" type="sibTrans" cxnId="{52A525A8-9FF5-41FC-BD33-C1D9EA212D8C}">
      <dgm:prSet/>
      <dgm:spPr/>
      <dgm:t>
        <a:bodyPr/>
        <a:lstStyle/>
        <a:p>
          <a:endParaRPr lang="en-ID"/>
        </a:p>
      </dgm:t>
    </dgm:pt>
    <dgm:pt modelId="{0B1AF7DF-BA01-4B4F-8E95-9781507D29EB}">
      <dgm:prSet phldrT="[Text]" custT="1"/>
      <dgm:spPr/>
      <dgm:t>
        <a:bodyPr/>
        <a:lstStyle/>
        <a:p>
          <a:pPr>
            <a:lnSpc>
              <a:spcPct val="150000"/>
            </a:lnSpc>
            <a:buFont typeface="Wingdings" panose="05000000000000000000" pitchFamily="2" charset="2"/>
            <a:buChar char="v"/>
          </a:pP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Periode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Rekapitulasi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Data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1 sampai dengan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30/31 (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bulan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dirty="0" err="1">
              <a:latin typeface="Arial" panose="020B0604020202020204" pitchFamily="34" charset="0"/>
              <a:cs typeface="Arial" panose="020B0604020202020204" pitchFamily="34" charset="0"/>
            </a:rPr>
            <a:t>sebelum</a:t>
          </a: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ID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7B116C-6ADC-411F-9EA4-2FAD5B2E0A2F}" type="parTrans" cxnId="{634CCD9C-2DE5-4A83-8049-23B210E4450C}">
      <dgm:prSet/>
      <dgm:spPr/>
      <dgm:t>
        <a:bodyPr/>
        <a:lstStyle/>
        <a:p>
          <a:endParaRPr lang="en-ID"/>
        </a:p>
      </dgm:t>
    </dgm:pt>
    <dgm:pt modelId="{F2B87D0F-9B83-4146-8B0E-C413DB8AD292}" type="sibTrans" cxnId="{634CCD9C-2DE5-4A83-8049-23B210E4450C}">
      <dgm:prSet/>
      <dgm:spPr/>
      <dgm:t>
        <a:bodyPr/>
        <a:lstStyle/>
        <a:p>
          <a:endParaRPr lang="en-ID"/>
        </a:p>
      </dgm:t>
    </dgm:pt>
    <dgm:pt modelId="{C685EECD-950C-4166-AD42-AD41D653A89F}" type="pres">
      <dgm:prSet presAssocID="{1D25475C-41EF-4FCC-9F68-9AF7752F3A04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B160E24E-7ED2-421C-B421-B39749C727B8}" type="pres">
      <dgm:prSet presAssocID="{920B5528-2A31-4C94-950A-5A26AC58777E}" presName="composite" presStyleCnt="0"/>
      <dgm:spPr/>
    </dgm:pt>
    <dgm:pt modelId="{08C8F3A4-C3E5-41C1-B14C-18B0ADEDD3B5}" type="pres">
      <dgm:prSet presAssocID="{920B5528-2A31-4C94-950A-5A26AC58777E}" presName="FirstChild" presStyleLbl="revTx" presStyleIdx="0" presStyleCnt="10">
        <dgm:presLayoutVars>
          <dgm:chMax val="0"/>
          <dgm:chPref val="0"/>
          <dgm:bulletEnabled val="1"/>
        </dgm:presLayoutVars>
      </dgm:prSet>
      <dgm:spPr/>
    </dgm:pt>
    <dgm:pt modelId="{C53CC1F2-662E-4DE8-B46E-00581E82E645}" type="pres">
      <dgm:prSet presAssocID="{920B5528-2A31-4C94-950A-5A26AC58777E}" presName="Parent" presStyleLbl="alignNode1" presStyleIdx="0" presStyleCnt="5">
        <dgm:presLayoutVars>
          <dgm:chMax val="3"/>
          <dgm:chPref val="3"/>
          <dgm:bulletEnabled val="1"/>
        </dgm:presLayoutVars>
      </dgm:prSet>
      <dgm:spPr/>
    </dgm:pt>
    <dgm:pt modelId="{00940120-A80E-4027-A885-DF5DA5CECDBE}" type="pres">
      <dgm:prSet presAssocID="{920B5528-2A31-4C94-950A-5A26AC58777E}" presName="Accent" presStyleLbl="parChTrans1D1" presStyleIdx="0" presStyleCnt="5"/>
      <dgm:spPr/>
    </dgm:pt>
    <dgm:pt modelId="{D620C50F-D506-4CA6-A754-AB3FC42B6B10}" type="pres">
      <dgm:prSet presAssocID="{920B5528-2A31-4C94-950A-5A26AC58777E}" presName="Child" presStyleLbl="revTx" presStyleIdx="1" presStyleCnt="10">
        <dgm:presLayoutVars>
          <dgm:chMax val="0"/>
          <dgm:chPref val="0"/>
          <dgm:bulletEnabled val="1"/>
        </dgm:presLayoutVars>
      </dgm:prSet>
      <dgm:spPr/>
    </dgm:pt>
    <dgm:pt modelId="{72876D6E-55FB-4455-9F4C-6B65721CC212}" type="pres">
      <dgm:prSet presAssocID="{E2A68C0F-7B9B-4FAD-A8D5-14A148FEEC76}" presName="sibTrans" presStyleCnt="0"/>
      <dgm:spPr/>
    </dgm:pt>
    <dgm:pt modelId="{278126EA-BAB2-40D6-A3D3-536CB5452C4C}" type="pres">
      <dgm:prSet presAssocID="{9BE13833-CA0C-4264-80C5-ADEB87488E1D}" presName="composite" presStyleCnt="0"/>
      <dgm:spPr/>
    </dgm:pt>
    <dgm:pt modelId="{6DFBFA88-68C9-4B82-8F69-BA2CD9954464}" type="pres">
      <dgm:prSet presAssocID="{9BE13833-CA0C-4264-80C5-ADEB87488E1D}" presName="FirstChild" presStyleLbl="revTx" presStyleIdx="2" presStyleCnt="10">
        <dgm:presLayoutVars>
          <dgm:chMax val="0"/>
          <dgm:chPref val="0"/>
          <dgm:bulletEnabled val="1"/>
        </dgm:presLayoutVars>
      </dgm:prSet>
      <dgm:spPr/>
    </dgm:pt>
    <dgm:pt modelId="{A186ADDB-2400-4E8F-8A01-353087AA0128}" type="pres">
      <dgm:prSet presAssocID="{9BE13833-CA0C-4264-80C5-ADEB87488E1D}" presName="Parent" presStyleLbl="alignNode1" presStyleIdx="1" presStyleCnt="5">
        <dgm:presLayoutVars>
          <dgm:chMax val="3"/>
          <dgm:chPref val="3"/>
          <dgm:bulletEnabled val="1"/>
        </dgm:presLayoutVars>
      </dgm:prSet>
      <dgm:spPr/>
    </dgm:pt>
    <dgm:pt modelId="{45E7C64A-5B71-4CF7-9B7D-09E09124E87A}" type="pres">
      <dgm:prSet presAssocID="{9BE13833-CA0C-4264-80C5-ADEB87488E1D}" presName="Accent" presStyleLbl="parChTrans1D1" presStyleIdx="1" presStyleCnt="5"/>
      <dgm:spPr/>
    </dgm:pt>
    <dgm:pt modelId="{2B4E50EE-4105-4CE3-94F2-729D3983B180}" type="pres">
      <dgm:prSet presAssocID="{9BE13833-CA0C-4264-80C5-ADEB87488E1D}" presName="Child" presStyleLbl="revTx" presStyleIdx="3" presStyleCnt="10">
        <dgm:presLayoutVars>
          <dgm:chMax val="0"/>
          <dgm:chPref val="0"/>
          <dgm:bulletEnabled val="1"/>
        </dgm:presLayoutVars>
      </dgm:prSet>
      <dgm:spPr/>
    </dgm:pt>
    <dgm:pt modelId="{44EBEFAD-9CA5-4DBD-8BF4-2003C33DFDEE}" type="pres">
      <dgm:prSet presAssocID="{BA7CE443-2FD7-42B0-99ED-9038E5DAB0CA}" presName="sibTrans" presStyleCnt="0"/>
      <dgm:spPr/>
    </dgm:pt>
    <dgm:pt modelId="{74A6A7FC-B32B-4039-8E8C-F45DA06B8024}" type="pres">
      <dgm:prSet presAssocID="{29A6856C-4CCF-4F66-AE66-6069F83F1942}" presName="composite" presStyleCnt="0"/>
      <dgm:spPr/>
    </dgm:pt>
    <dgm:pt modelId="{EC9C7909-0A40-4760-B5F2-6500F87B1245}" type="pres">
      <dgm:prSet presAssocID="{29A6856C-4CCF-4F66-AE66-6069F83F1942}" presName="FirstChild" presStyleLbl="revTx" presStyleIdx="4" presStyleCnt="10">
        <dgm:presLayoutVars>
          <dgm:chMax val="0"/>
          <dgm:chPref val="0"/>
          <dgm:bulletEnabled val="1"/>
        </dgm:presLayoutVars>
      </dgm:prSet>
      <dgm:spPr/>
    </dgm:pt>
    <dgm:pt modelId="{D9430820-72F0-4F42-9BDD-2E5054945CC6}" type="pres">
      <dgm:prSet presAssocID="{29A6856C-4CCF-4F66-AE66-6069F83F1942}" presName="Parent" presStyleLbl="alignNode1" presStyleIdx="2" presStyleCnt="5">
        <dgm:presLayoutVars>
          <dgm:chMax val="3"/>
          <dgm:chPref val="3"/>
          <dgm:bulletEnabled val="1"/>
        </dgm:presLayoutVars>
      </dgm:prSet>
      <dgm:spPr/>
    </dgm:pt>
    <dgm:pt modelId="{0FEE65FB-0F33-47BD-BC45-994502807BCD}" type="pres">
      <dgm:prSet presAssocID="{29A6856C-4CCF-4F66-AE66-6069F83F1942}" presName="Accent" presStyleLbl="parChTrans1D1" presStyleIdx="2" presStyleCnt="5"/>
      <dgm:spPr/>
    </dgm:pt>
    <dgm:pt modelId="{BDC485C7-4C69-43CC-B4A3-33AE7970130E}" type="pres">
      <dgm:prSet presAssocID="{29A6856C-4CCF-4F66-AE66-6069F83F1942}" presName="Child" presStyleLbl="revTx" presStyleIdx="5" presStyleCnt="10">
        <dgm:presLayoutVars>
          <dgm:chMax val="0"/>
          <dgm:chPref val="0"/>
          <dgm:bulletEnabled val="1"/>
        </dgm:presLayoutVars>
      </dgm:prSet>
      <dgm:spPr/>
    </dgm:pt>
    <dgm:pt modelId="{CB04BB99-87C1-4B41-B6A7-7B59AE339C67}" type="pres">
      <dgm:prSet presAssocID="{52E58BD2-13A1-488A-B143-8120010041AC}" presName="sibTrans" presStyleCnt="0"/>
      <dgm:spPr/>
    </dgm:pt>
    <dgm:pt modelId="{C1A9E361-F6B0-4EFA-B847-F3876352B74B}" type="pres">
      <dgm:prSet presAssocID="{DF682F70-DA2A-4ECB-AA1B-EC9D23886686}" presName="composite" presStyleCnt="0"/>
      <dgm:spPr/>
    </dgm:pt>
    <dgm:pt modelId="{F6D3D9B8-4571-49C3-9B6C-E1E48AE4C03E}" type="pres">
      <dgm:prSet presAssocID="{DF682F70-DA2A-4ECB-AA1B-EC9D23886686}" presName="FirstChild" presStyleLbl="revTx" presStyleIdx="6" presStyleCnt="10" custScaleY="137109">
        <dgm:presLayoutVars>
          <dgm:chMax val="0"/>
          <dgm:chPref val="0"/>
          <dgm:bulletEnabled val="1"/>
        </dgm:presLayoutVars>
      </dgm:prSet>
      <dgm:spPr/>
    </dgm:pt>
    <dgm:pt modelId="{06706812-696A-4F22-AC05-961780497037}" type="pres">
      <dgm:prSet presAssocID="{DF682F70-DA2A-4ECB-AA1B-EC9D23886686}" presName="Parent" presStyleLbl="alignNode1" presStyleIdx="3" presStyleCnt="5">
        <dgm:presLayoutVars>
          <dgm:chMax val="3"/>
          <dgm:chPref val="3"/>
          <dgm:bulletEnabled val="1"/>
        </dgm:presLayoutVars>
      </dgm:prSet>
      <dgm:spPr/>
    </dgm:pt>
    <dgm:pt modelId="{B38CF366-AC27-44FF-905A-E8ABEA80A627}" type="pres">
      <dgm:prSet presAssocID="{DF682F70-DA2A-4ECB-AA1B-EC9D23886686}" presName="Accent" presStyleLbl="parChTrans1D1" presStyleIdx="3" presStyleCnt="5"/>
      <dgm:spPr/>
    </dgm:pt>
    <dgm:pt modelId="{B2FB0872-1D67-40BC-A819-18647B381B42}" type="pres">
      <dgm:prSet presAssocID="{DF682F70-DA2A-4ECB-AA1B-EC9D23886686}" presName="Child" presStyleLbl="revTx" presStyleIdx="7" presStyleCnt="10">
        <dgm:presLayoutVars>
          <dgm:chMax val="0"/>
          <dgm:chPref val="0"/>
          <dgm:bulletEnabled val="1"/>
        </dgm:presLayoutVars>
      </dgm:prSet>
      <dgm:spPr/>
    </dgm:pt>
    <dgm:pt modelId="{D97C96F9-DFD5-45DA-8E18-92F76EEB63D7}" type="pres">
      <dgm:prSet presAssocID="{C15BA801-25BD-4FB4-A9E8-EEF5120F2F64}" presName="sibTrans" presStyleCnt="0"/>
      <dgm:spPr/>
    </dgm:pt>
    <dgm:pt modelId="{490C94FE-0BA8-403E-8CDA-862956C7E78C}" type="pres">
      <dgm:prSet presAssocID="{AD8CBCB8-41BC-498E-AB4A-CD547A2921EB}" presName="composite" presStyleCnt="0"/>
      <dgm:spPr/>
    </dgm:pt>
    <dgm:pt modelId="{B5251919-0A60-4594-A5C6-C47068E74407}" type="pres">
      <dgm:prSet presAssocID="{AD8CBCB8-41BC-498E-AB4A-CD547A2921EB}" presName="FirstChild" presStyleLbl="revTx" presStyleIdx="8" presStyleCnt="10">
        <dgm:presLayoutVars>
          <dgm:chMax val="0"/>
          <dgm:chPref val="0"/>
          <dgm:bulletEnabled val="1"/>
        </dgm:presLayoutVars>
      </dgm:prSet>
      <dgm:spPr/>
    </dgm:pt>
    <dgm:pt modelId="{FFEE86DF-5D88-414B-B6EA-F0288A6B2A14}" type="pres">
      <dgm:prSet presAssocID="{AD8CBCB8-41BC-498E-AB4A-CD547A2921EB}" presName="Parent" presStyleLbl="alignNode1" presStyleIdx="4" presStyleCnt="5">
        <dgm:presLayoutVars>
          <dgm:chMax val="3"/>
          <dgm:chPref val="3"/>
          <dgm:bulletEnabled val="1"/>
        </dgm:presLayoutVars>
      </dgm:prSet>
      <dgm:spPr/>
    </dgm:pt>
    <dgm:pt modelId="{2F40CF32-CE46-45DA-9AE7-60C43E2BF589}" type="pres">
      <dgm:prSet presAssocID="{AD8CBCB8-41BC-498E-AB4A-CD547A2921EB}" presName="Accent" presStyleLbl="parChTrans1D1" presStyleIdx="4" presStyleCnt="5"/>
      <dgm:spPr/>
    </dgm:pt>
    <dgm:pt modelId="{7B6C22FA-9DF2-46A2-843D-44C64BFD80FA}" type="pres">
      <dgm:prSet presAssocID="{AD8CBCB8-41BC-498E-AB4A-CD547A2921EB}" presName="Child" presStyleLbl="revTx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39D54F04-E57F-4890-A671-34D1A7082844}" srcId="{AD8CBCB8-41BC-498E-AB4A-CD547A2921EB}" destId="{3B319B9F-57D7-4F8A-ACA0-3F9A8F595448}" srcOrd="1" destOrd="0" parTransId="{D41A9F54-5F6A-4AF9-8BFE-8E7A67E18594}" sibTransId="{0928465C-8C94-4A2B-908B-36A79102388F}"/>
    <dgm:cxn modelId="{E4042617-A464-4A35-8B49-51CF58D16BDD}" type="presOf" srcId="{DF682F70-DA2A-4ECB-AA1B-EC9D23886686}" destId="{06706812-696A-4F22-AC05-961780497037}" srcOrd="0" destOrd="0" presId="urn:microsoft.com/office/officeart/2011/layout/TabList"/>
    <dgm:cxn modelId="{BE79B51E-A447-42C5-ADFC-5FCC4B2B982F}" srcId="{DF682F70-DA2A-4ECB-AA1B-EC9D23886686}" destId="{CAD2CC17-618B-4C77-A6DE-E43A94FE5806}" srcOrd="1" destOrd="0" parTransId="{87020AAB-FC78-4847-8CCD-29F723292F53}" sibTransId="{1A362D3E-7782-4F34-A7DD-76198B751296}"/>
    <dgm:cxn modelId="{FD39D622-26A1-48DF-B03B-680EBD00081A}" srcId="{920B5528-2A31-4C94-950A-5A26AC58777E}" destId="{B6EB7E57-F353-4633-9834-13D689CAA1CC}" srcOrd="0" destOrd="0" parTransId="{CD53DA30-0F90-4DA0-B857-FCB8CADA8648}" sibTransId="{F5321840-730C-4637-B140-31AF602D2CCD}"/>
    <dgm:cxn modelId="{0D6D3228-E230-4B51-BECD-FEE9DB36722B}" srcId="{920B5528-2A31-4C94-950A-5A26AC58777E}" destId="{92E33896-3023-4219-8556-70CABFA007D2}" srcOrd="1" destOrd="0" parTransId="{CB61A2AE-1C96-4DED-966F-3BAFCF13D70D}" sibTransId="{83ABE14A-0EFF-4640-BB01-0002FBE5D5C0}"/>
    <dgm:cxn modelId="{D973DB5E-9358-417E-9E96-6411BDA5D68D}" type="presOf" srcId="{92E33896-3023-4219-8556-70CABFA007D2}" destId="{D620C50F-D506-4CA6-A754-AB3FC42B6B10}" srcOrd="0" destOrd="0" presId="urn:microsoft.com/office/officeart/2011/layout/TabList"/>
    <dgm:cxn modelId="{29322360-1813-4058-9CD6-639FA632D194}" srcId="{DF682F70-DA2A-4ECB-AA1B-EC9D23886686}" destId="{4B53CBBF-170F-41BA-8062-66D86EBF569F}" srcOrd="0" destOrd="0" parTransId="{CC0FD83F-A56B-411E-A71E-1899368A0E6B}" sibTransId="{BA6E9FDF-C02D-4C92-91DE-B7FD1DDDF408}"/>
    <dgm:cxn modelId="{B2CD496B-B83F-4D00-B0EC-FB498C4AB519}" type="presOf" srcId="{7B01EDB1-DEDF-4E26-8CA8-217C105E2C6C}" destId="{2B4E50EE-4105-4CE3-94F2-729D3983B180}" srcOrd="0" destOrd="0" presId="urn:microsoft.com/office/officeart/2011/layout/TabList"/>
    <dgm:cxn modelId="{15ECBE70-8833-4BE2-8E56-1302B7B1EBA8}" srcId="{1D25475C-41EF-4FCC-9F68-9AF7752F3A04}" destId="{920B5528-2A31-4C94-950A-5A26AC58777E}" srcOrd="0" destOrd="0" parTransId="{A6EB25D8-6D7D-4D2B-A9F7-213E90999140}" sibTransId="{E2A68C0F-7B9B-4FAD-A8D5-14A148FEEC76}"/>
    <dgm:cxn modelId="{96A4FD74-3DC6-4AE6-B518-6F0CB23B3204}" srcId="{1D25475C-41EF-4FCC-9F68-9AF7752F3A04}" destId="{AD8CBCB8-41BC-498E-AB4A-CD547A2921EB}" srcOrd="4" destOrd="0" parTransId="{2E00F650-F0DE-4670-9BE5-A82635FC3F20}" sibTransId="{299AD04C-588D-4688-AAB3-B1FD5DF8B172}"/>
    <dgm:cxn modelId="{9E18797A-6260-45BB-BC7A-81774F0F1B25}" type="presOf" srcId="{B6EB7E57-F353-4633-9834-13D689CAA1CC}" destId="{08C8F3A4-C3E5-41C1-B14C-18B0ADEDD3B5}" srcOrd="0" destOrd="0" presId="urn:microsoft.com/office/officeart/2011/layout/TabList"/>
    <dgm:cxn modelId="{67A17E7E-F112-4965-8279-46B7CA1C9E84}" srcId="{AD8CBCB8-41BC-498E-AB4A-CD547A2921EB}" destId="{665950B6-9EEA-4400-B9C5-434302E86DD5}" srcOrd="0" destOrd="0" parTransId="{DCB88193-DF7F-4FBF-9823-084A75F7C824}" sibTransId="{844850FB-A727-46DB-B64F-32BB483EFFE6}"/>
    <dgm:cxn modelId="{1B61E688-44ED-4605-874D-555FDBBC05F7}" type="presOf" srcId="{0B1AF7DF-BA01-4B4F-8E95-9781507D29EB}" destId="{BDC485C7-4C69-43CC-B4A3-33AE7970130E}" srcOrd="0" destOrd="0" presId="urn:microsoft.com/office/officeart/2011/layout/TabList"/>
    <dgm:cxn modelId="{0C060C8F-B813-421E-A241-B0D91F20E054}" srcId="{9BE13833-CA0C-4264-80C5-ADEB87488E1D}" destId="{7B01EDB1-DEDF-4E26-8CA8-217C105E2C6C}" srcOrd="1" destOrd="0" parTransId="{66443413-9F81-44F6-9774-325CC83ED870}" sibTransId="{DBF4DFF6-3DE6-4469-B2CC-593B03AAAE48}"/>
    <dgm:cxn modelId="{88998490-E03D-42B0-B62F-CBD0CEF2E78C}" type="presOf" srcId="{ADD4077A-1CA8-4B71-8553-7CD369C994D0}" destId="{EC9C7909-0A40-4760-B5F2-6500F87B1245}" srcOrd="0" destOrd="0" presId="urn:microsoft.com/office/officeart/2011/layout/TabList"/>
    <dgm:cxn modelId="{B8BC8695-C21F-4231-B25A-4375AFEF42C3}" type="presOf" srcId="{A7526EDB-1352-498B-9FF0-19513CDA3E6E}" destId="{6DFBFA88-68C9-4B82-8F69-BA2CD9954464}" srcOrd="0" destOrd="0" presId="urn:microsoft.com/office/officeart/2011/layout/TabList"/>
    <dgm:cxn modelId="{26A5B996-19E1-4057-8704-DA78311E03B2}" type="presOf" srcId="{3B319B9F-57D7-4F8A-ACA0-3F9A8F595448}" destId="{7B6C22FA-9DF2-46A2-843D-44C64BFD80FA}" srcOrd="0" destOrd="0" presId="urn:microsoft.com/office/officeart/2011/layout/TabList"/>
    <dgm:cxn modelId="{634CCD9C-2DE5-4A83-8049-23B210E4450C}" srcId="{29A6856C-4CCF-4F66-AE66-6069F83F1942}" destId="{0B1AF7DF-BA01-4B4F-8E95-9781507D29EB}" srcOrd="1" destOrd="0" parTransId="{5D7B116C-6ADC-411F-9EA4-2FAD5B2E0A2F}" sibTransId="{F2B87D0F-9B83-4146-8B0E-C413DB8AD292}"/>
    <dgm:cxn modelId="{B7654CA0-52E6-4DFD-AF45-831FD7BC1B1C}" srcId="{1D25475C-41EF-4FCC-9F68-9AF7752F3A04}" destId="{9BE13833-CA0C-4264-80C5-ADEB87488E1D}" srcOrd="1" destOrd="0" parTransId="{0A5BF42C-D5FD-471A-856B-808368DD53B0}" sibTransId="{BA7CE443-2FD7-42B0-99ED-9038E5DAB0CA}"/>
    <dgm:cxn modelId="{52A525A8-9FF5-41FC-BD33-C1D9EA212D8C}" srcId="{29A6856C-4CCF-4F66-AE66-6069F83F1942}" destId="{ADD4077A-1CA8-4B71-8553-7CD369C994D0}" srcOrd="0" destOrd="0" parTransId="{4C589277-BEF6-4733-ACBD-21FECBE5B4E2}" sibTransId="{A1DE9E90-ED72-4276-9F0E-253DF89192DC}"/>
    <dgm:cxn modelId="{14FCAFAA-3F52-4226-B770-D6BBBF29F71D}" type="presOf" srcId="{920B5528-2A31-4C94-950A-5A26AC58777E}" destId="{C53CC1F2-662E-4DE8-B46E-00581E82E645}" srcOrd="0" destOrd="0" presId="urn:microsoft.com/office/officeart/2011/layout/TabList"/>
    <dgm:cxn modelId="{725C3FB2-31E0-47B2-9059-E6C48053E5F5}" srcId="{1D25475C-41EF-4FCC-9F68-9AF7752F3A04}" destId="{29A6856C-4CCF-4F66-AE66-6069F83F1942}" srcOrd="2" destOrd="0" parTransId="{7E140215-EFC3-465B-B503-D2B7009B0A44}" sibTransId="{52E58BD2-13A1-488A-B143-8120010041AC}"/>
    <dgm:cxn modelId="{2E9618B3-70B3-4504-BCAF-A0441F07F2B2}" srcId="{9BE13833-CA0C-4264-80C5-ADEB87488E1D}" destId="{A7526EDB-1352-498B-9FF0-19513CDA3E6E}" srcOrd="0" destOrd="0" parTransId="{F0362F14-2ED2-46D9-87FD-AEFCB46C8A3C}" sibTransId="{295A36A7-F19E-4282-8523-994BB6E35364}"/>
    <dgm:cxn modelId="{6CFDFAB3-C1ED-45F8-B10C-80499C5232BD}" srcId="{1D25475C-41EF-4FCC-9F68-9AF7752F3A04}" destId="{DF682F70-DA2A-4ECB-AA1B-EC9D23886686}" srcOrd="3" destOrd="0" parTransId="{860A2D79-DC70-4507-AC0B-A601E7810865}" sibTransId="{C15BA801-25BD-4FB4-A9E8-EEF5120F2F64}"/>
    <dgm:cxn modelId="{09B9C0B4-945B-4F44-809A-13B1C63A7706}" type="presOf" srcId="{CAD2CC17-618B-4C77-A6DE-E43A94FE5806}" destId="{B2FB0872-1D67-40BC-A819-18647B381B42}" srcOrd="0" destOrd="0" presId="urn:microsoft.com/office/officeart/2011/layout/TabList"/>
    <dgm:cxn modelId="{27B9C1B4-0614-4F83-AC2B-DE6188DB6F15}" type="presOf" srcId="{1D25475C-41EF-4FCC-9F68-9AF7752F3A04}" destId="{C685EECD-950C-4166-AD42-AD41D653A89F}" srcOrd="0" destOrd="0" presId="urn:microsoft.com/office/officeart/2011/layout/TabList"/>
    <dgm:cxn modelId="{9727D0C8-569C-407E-BD54-46EF392774AF}" type="presOf" srcId="{4B53CBBF-170F-41BA-8062-66D86EBF569F}" destId="{F6D3D9B8-4571-49C3-9B6C-E1E48AE4C03E}" srcOrd="0" destOrd="0" presId="urn:microsoft.com/office/officeart/2011/layout/TabList"/>
    <dgm:cxn modelId="{E50854D1-A3C0-4949-BF3F-A9C5277AAE54}" type="presOf" srcId="{29A6856C-4CCF-4F66-AE66-6069F83F1942}" destId="{D9430820-72F0-4F42-9BDD-2E5054945CC6}" srcOrd="0" destOrd="0" presId="urn:microsoft.com/office/officeart/2011/layout/TabList"/>
    <dgm:cxn modelId="{5EE162D8-42FD-4158-B506-CBB77C0B9B0C}" type="presOf" srcId="{9BE13833-CA0C-4264-80C5-ADEB87488E1D}" destId="{A186ADDB-2400-4E8F-8A01-353087AA0128}" srcOrd="0" destOrd="0" presId="urn:microsoft.com/office/officeart/2011/layout/TabList"/>
    <dgm:cxn modelId="{D2CFB6DA-0D5F-46E8-BC14-C431EED148E4}" type="presOf" srcId="{665950B6-9EEA-4400-B9C5-434302E86DD5}" destId="{B5251919-0A60-4594-A5C6-C47068E74407}" srcOrd="0" destOrd="0" presId="urn:microsoft.com/office/officeart/2011/layout/TabList"/>
    <dgm:cxn modelId="{13B51FE8-3339-4DCD-A3DE-DABEA5BE6062}" type="presOf" srcId="{AD8CBCB8-41BC-498E-AB4A-CD547A2921EB}" destId="{FFEE86DF-5D88-414B-B6EA-F0288A6B2A14}" srcOrd="0" destOrd="0" presId="urn:microsoft.com/office/officeart/2011/layout/TabList"/>
    <dgm:cxn modelId="{942846BB-AEE5-4299-8FD2-602B2C7738BA}" type="presParOf" srcId="{C685EECD-950C-4166-AD42-AD41D653A89F}" destId="{B160E24E-7ED2-421C-B421-B39749C727B8}" srcOrd="0" destOrd="0" presId="urn:microsoft.com/office/officeart/2011/layout/TabList"/>
    <dgm:cxn modelId="{ECBC3EB0-2811-4626-A909-720CFA8E8AF9}" type="presParOf" srcId="{B160E24E-7ED2-421C-B421-B39749C727B8}" destId="{08C8F3A4-C3E5-41C1-B14C-18B0ADEDD3B5}" srcOrd="0" destOrd="0" presId="urn:microsoft.com/office/officeart/2011/layout/TabList"/>
    <dgm:cxn modelId="{86AD0CFE-DD2F-434D-94AA-229C42A83927}" type="presParOf" srcId="{B160E24E-7ED2-421C-B421-B39749C727B8}" destId="{C53CC1F2-662E-4DE8-B46E-00581E82E645}" srcOrd="1" destOrd="0" presId="urn:microsoft.com/office/officeart/2011/layout/TabList"/>
    <dgm:cxn modelId="{CEFFE9CE-2A4B-4A46-80E7-19B1189E045D}" type="presParOf" srcId="{B160E24E-7ED2-421C-B421-B39749C727B8}" destId="{00940120-A80E-4027-A885-DF5DA5CECDBE}" srcOrd="2" destOrd="0" presId="urn:microsoft.com/office/officeart/2011/layout/TabList"/>
    <dgm:cxn modelId="{0CE1360F-9756-4C96-800E-D8FDD116EC1E}" type="presParOf" srcId="{C685EECD-950C-4166-AD42-AD41D653A89F}" destId="{D620C50F-D506-4CA6-A754-AB3FC42B6B10}" srcOrd="1" destOrd="0" presId="urn:microsoft.com/office/officeart/2011/layout/TabList"/>
    <dgm:cxn modelId="{CB6AD265-1F12-42E6-999A-9CBFE290354D}" type="presParOf" srcId="{C685EECD-950C-4166-AD42-AD41D653A89F}" destId="{72876D6E-55FB-4455-9F4C-6B65721CC212}" srcOrd="2" destOrd="0" presId="urn:microsoft.com/office/officeart/2011/layout/TabList"/>
    <dgm:cxn modelId="{7BD1AD97-DA89-4DF7-A7DE-60F9DBD5CECC}" type="presParOf" srcId="{C685EECD-950C-4166-AD42-AD41D653A89F}" destId="{278126EA-BAB2-40D6-A3D3-536CB5452C4C}" srcOrd="3" destOrd="0" presId="urn:microsoft.com/office/officeart/2011/layout/TabList"/>
    <dgm:cxn modelId="{FE64E9FF-CD94-4077-BE61-C8B08456000C}" type="presParOf" srcId="{278126EA-BAB2-40D6-A3D3-536CB5452C4C}" destId="{6DFBFA88-68C9-4B82-8F69-BA2CD9954464}" srcOrd="0" destOrd="0" presId="urn:microsoft.com/office/officeart/2011/layout/TabList"/>
    <dgm:cxn modelId="{CDEE8225-BDBE-42C1-AE6E-09D6361765DD}" type="presParOf" srcId="{278126EA-BAB2-40D6-A3D3-536CB5452C4C}" destId="{A186ADDB-2400-4E8F-8A01-353087AA0128}" srcOrd="1" destOrd="0" presId="urn:microsoft.com/office/officeart/2011/layout/TabList"/>
    <dgm:cxn modelId="{11C03D0B-5897-4A23-B621-B9DBE9872964}" type="presParOf" srcId="{278126EA-BAB2-40D6-A3D3-536CB5452C4C}" destId="{45E7C64A-5B71-4CF7-9B7D-09E09124E87A}" srcOrd="2" destOrd="0" presId="urn:microsoft.com/office/officeart/2011/layout/TabList"/>
    <dgm:cxn modelId="{A390E22C-67FE-413E-BFF7-30D666B2CC75}" type="presParOf" srcId="{C685EECD-950C-4166-AD42-AD41D653A89F}" destId="{2B4E50EE-4105-4CE3-94F2-729D3983B180}" srcOrd="4" destOrd="0" presId="urn:microsoft.com/office/officeart/2011/layout/TabList"/>
    <dgm:cxn modelId="{C382DED0-9CDE-4817-8273-9A00EAB3133E}" type="presParOf" srcId="{C685EECD-950C-4166-AD42-AD41D653A89F}" destId="{44EBEFAD-9CA5-4DBD-8BF4-2003C33DFDEE}" srcOrd="5" destOrd="0" presId="urn:microsoft.com/office/officeart/2011/layout/TabList"/>
    <dgm:cxn modelId="{523B78B7-E882-46E9-AE9B-D30BEB4335E1}" type="presParOf" srcId="{C685EECD-950C-4166-AD42-AD41D653A89F}" destId="{74A6A7FC-B32B-4039-8E8C-F45DA06B8024}" srcOrd="6" destOrd="0" presId="urn:microsoft.com/office/officeart/2011/layout/TabList"/>
    <dgm:cxn modelId="{9DFB4351-483E-4888-8C69-E06FF5FB4D42}" type="presParOf" srcId="{74A6A7FC-B32B-4039-8E8C-F45DA06B8024}" destId="{EC9C7909-0A40-4760-B5F2-6500F87B1245}" srcOrd="0" destOrd="0" presId="urn:microsoft.com/office/officeart/2011/layout/TabList"/>
    <dgm:cxn modelId="{2E6D32D1-AEE4-4B67-B176-08C049C48C1D}" type="presParOf" srcId="{74A6A7FC-B32B-4039-8E8C-F45DA06B8024}" destId="{D9430820-72F0-4F42-9BDD-2E5054945CC6}" srcOrd="1" destOrd="0" presId="urn:microsoft.com/office/officeart/2011/layout/TabList"/>
    <dgm:cxn modelId="{F449E934-2742-41C2-8876-113497125E64}" type="presParOf" srcId="{74A6A7FC-B32B-4039-8E8C-F45DA06B8024}" destId="{0FEE65FB-0F33-47BD-BC45-994502807BCD}" srcOrd="2" destOrd="0" presId="urn:microsoft.com/office/officeart/2011/layout/TabList"/>
    <dgm:cxn modelId="{1F28EB48-2DCB-4DB5-87E2-4620BF970A36}" type="presParOf" srcId="{C685EECD-950C-4166-AD42-AD41D653A89F}" destId="{BDC485C7-4C69-43CC-B4A3-33AE7970130E}" srcOrd="7" destOrd="0" presId="urn:microsoft.com/office/officeart/2011/layout/TabList"/>
    <dgm:cxn modelId="{0ED97ADA-1745-4950-BC13-AB80CC74E7A7}" type="presParOf" srcId="{C685EECD-950C-4166-AD42-AD41D653A89F}" destId="{CB04BB99-87C1-4B41-B6A7-7B59AE339C67}" srcOrd="8" destOrd="0" presId="urn:microsoft.com/office/officeart/2011/layout/TabList"/>
    <dgm:cxn modelId="{E007D76D-209D-4438-87B2-7C3DF48F8DDC}" type="presParOf" srcId="{C685EECD-950C-4166-AD42-AD41D653A89F}" destId="{C1A9E361-F6B0-4EFA-B847-F3876352B74B}" srcOrd="9" destOrd="0" presId="urn:microsoft.com/office/officeart/2011/layout/TabList"/>
    <dgm:cxn modelId="{3FF9E10F-17B0-46E5-9173-106DCA913416}" type="presParOf" srcId="{C1A9E361-F6B0-4EFA-B847-F3876352B74B}" destId="{F6D3D9B8-4571-49C3-9B6C-E1E48AE4C03E}" srcOrd="0" destOrd="0" presId="urn:microsoft.com/office/officeart/2011/layout/TabList"/>
    <dgm:cxn modelId="{2A47C636-E686-42A3-A4CC-ACB1A2F31468}" type="presParOf" srcId="{C1A9E361-F6B0-4EFA-B847-F3876352B74B}" destId="{06706812-696A-4F22-AC05-961780497037}" srcOrd="1" destOrd="0" presId="urn:microsoft.com/office/officeart/2011/layout/TabList"/>
    <dgm:cxn modelId="{F45136FA-C42B-4B2B-B82F-B958F61FD4F3}" type="presParOf" srcId="{C1A9E361-F6B0-4EFA-B847-F3876352B74B}" destId="{B38CF366-AC27-44FF-905A-E8ABEA80A627}" srcOrd="2" destOrd="0" presId="urn:microsoft.com/office/officeart/2011/layout/TabList"/>
    <dgm:cxn modelId="{D648279C-B2FF-48F8-B0D3-FC398F3A19A5}" type="presParOf" srcId="{C685EECD-950C-4166-AD42-AD41D653A89F}" destId="{B2FB0872-1D67-40BC-A819-18647B381B42}" srcOrd="10" destOrd="0" presId="urn:microsoft.com/office/officeart/2011/layout/TabList"/>
    <dgm:cxn modelId="{186321AC-CF0B-409F-B16B-CDEE2F34C1AF}" type="presParOf" srcId="{C685EECD-950C-4166-AD42-AD41D653A89F}" destId="{D97C96F9-DFD5-45DA-8E18-92F76EEB63D7}" srcOrd="11" destOrd="0" presId="urn:microsoft.com/office/officeart/2011/layout/TabList"/>
    <dgm:cxn modelId="{52D81681-B4D0-47BD-963A-5064FB734D6D}" type="presParOf" srcId="{C685EECD-950C-4166-AD42-AD41D653A89F}" destId="{490C94FE-0BA8-403E-8CDA-862956C7E78C}" srcOrd="12" destOrd="0" presId="urn:microsoft.com/office/officeart/2011/layout/TabList"/>
    <dgm:cxn modelId="{3099700F-B6E6-4226-88CE-B6D9FDAB5DDD}" type="presParOf" srcId="{490C94FE-0BA8-403E-8CDA-862956C7E78C}" destId="{B5251919-0A60-4594-A5C6-C47068E74407}" srcOrd="0" destOrd="0" presId="urn:microsoft.com/office/officeart/2011/layout/TabList"/>
    <dgm:cxn modelId="{3C8D021F-C95F-485D-88FC-BDA84FCDE446}" type="presParOf" srcId="{490C94FE-0BA8-403E-8CDA-862956C7E78C}" destId="{FFEE86DF-5D88-414B-B6EA-F0288A6B2A14}" srcOrd="1" destOrd="0" presId="urn:microsoft.com/office/officeart/2011/layout/TabList"/>
    <dgm:cxn modelId="{5B4CE705-C3BF-469C-B95E-3A553BF7AE0E}" type="presParOf" srcId="{490C94FE-0BA8-403E-8CDA-862956C7E78C}" destId="{2F40CF32-CE46-45DA-9AE7-60C43E2BF589}" srcOrd="2" destOrd="0" presId="urn:microsoft.com/office/officeart/2011/layout/TabList"/>
    <dgm:cxn modelId="{9CCB40EA-9568-4A16-955B-C2C2BAAB8728}" type="presParOf" srcId="{C685EECD-950C-4166-AD42-AD41D653A89F}" destId="{7B6C22FA-9DF2-46A2-843D-44C64BFD80FA}" srcOrd="13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453D4A9-2FD0-41F1-A3A4-5FABF9666B97}" type="doc">
      <dgm:prSet loTypeId="urn:microsoft.com/office/officeart/2005/8/layout/hierarchy3" loCatId="list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ID"/>
        </a:p>
      </dgm:t>
    </dgm:pt>
    <dgm:pt modelId="{194C1040-D3D1-4F07-A9D6-D35A774BAFA2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MEDIK SPESIALIS</a:t>
          </a:r>
          <a:endParaRPr lang="en-ID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D16DA2E-7F8A-4BA3-8116-926677638F5E}" type="parTrans" cxnId="{5C0957A8-F571-4AFC-8A49-9476B2F6B298}">
      <dgm:prSet/>
      <dgm:spPr/>
      <dgm:t>
        <a:bodyPr/>
        <a:lstStyle/>
        <a:p>
          <a:endParaRPr lang="en-ID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0A0788C-3C30-4E36-9629-C21BF23722D6}" type="sibTrans" cxnId="{5C0957A8-F571-4AFC-8A49-9476B2F6B298}">
      <dgm:prSet/>
      <dgm:spPr/>
      <dgm:t>
        <a:bodyPr/>
        <a:lstStyle/>
        <a:p>
          <a:endParaRPr lang="en-ID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E67035-E905-4286-81E8-0A3165C5C2F3}">
      <dgm:prSet phldrT="[Text]" custT="1"/>
      <dgm:spPr/>
      <dgm:t>
        <a:bodyPr/>
        <a:lstStyle/>
        <a:p>
          <a:pPr algn="l"/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Data </a:t>
          </a:r>
          <a:r>
            <a:rPr lang="en-US" sz="1600" b="1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 SIMRS GOS yang </a:t>
          </a:r>
          <a:r>
            <a:rPr lang="en-US" sz="1600" b="1" dirty="0" err="1">
              <a:latin typeface="Arial" panose="020B0604020202020204" pitchFamily="34" charset="0"/>
              <a:cs typeface="Arial" panose="020B0604020202020204" pitchFamily="34" charset="0"/>
            </a:rPr>
            <a:t>divalidasi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 oleh billing</a:t>
          </a:r>
          <a:endParaRPr lang="en-ID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2B7889-CC77-43EA-8B57-2E12ABBEC3EC}" type="parTrans" cxnId="{BD21FF43-EA56-45F9-9652-01A8622D4FE6}">
      <dgm:prSet/>
      <dgm:spPr/>
      <dgm:t>
        <a:bodyPr/>
        <a:lstStyle/>
        <a:p>
          <a:endParaRPr lang="en-ID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A4B57D-96AE-4531-AB01-ED186911C8D5}" type="sibTrans" cxnId="{BD21FF43-EA56-45F9-9652-01A8622D4FE6}">
      <dgm:prSet/>
      <dgm:spPr/>
      <dgm:t>
        <a:bodyPr/>
        <a:lstStyle/>
        <a:p>
          <a:endParaRPr lang="en-ID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C4D708E-C666-4255-A3AC-76B9A519DFBD}">
      <dgm:prSet phldrT="[Text]" custT="1"/>
      <dgm:spPr/>
      <dgm:t>
        <a:bodyPr/>
        <a:lstStyle/>
        <a:p>
          <a:pPr algn="l"/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Data Pendidikan dan </a:t>
          </a:r>
          <a:r>
            <a:rPr lang="en-US" sz="1600" b="1" dirty="0" err="1">
              <a:latin typeface="Arial" panose="020B0604020202020204" pitchFamily="34" charset="0"/>
              <a:cs typeface="Arial" panose="020B0604020202020204" pitchFamily="34" charset="0"/>
            </a:rPr>
            <a:t>Penelitian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US" sz="1600" b="1" dirty="0" err="1">
              <a:latin typeface="Arial" panose="020B0604020202020204" pitchFamily="34" charset="0"/>
              <a:cs typeface="Arial" panose="020B0604020202020204" pitchFamily="34" charset="0"/>
            </a:rPr>
            <a:t>divalidasi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 oleh </a:t>
          </a:r>
          <a:r>
            <a:rPr lang="en-US" sz="1600" b="1" dirty="0" err="1">
              <a:latin typeface="Arial" panose="020B0604020202020204" pitchFamily="34" charset="0"/>
              <a:cs typeface="Arial" panose="020B0604020202020204" pitchFamily="34" charset="0"/>
            </a:rPr>
            <a:t>Diklit</a:t>
          </a:r>
          <a:endParaRPr lang="en-ID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C2A509-2D5B-4566-8BB7-4AB7CC6E0ABC}" type="parTrans" cxnId="{31377A36-AFFD-4A2F-BCB8-A3B2E1A68D09}">
      <dgm:prSet/>
      <dgm:spPr/>
      <dgm:t>
        <a:bodyPr/>
        <a:lstStyle/>
        <a:p>
          <a:endParaRPr lang="en-ID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A50C51-60E1-43F9-9D97-65BB404F66E5}" type="sibTrans" cxnId="{31377A36-AFFD-4A2F-BCB8-A3B2E1A68D09}">
      <dgm:prSet/>
      <dgm:spPr/>
      <dgm:t>
        <a:bodyPr/>
        <a:lstStyle/>
        <a:p>
          <a:endParaRPr lang="en-ID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24A61B-5AAF-4C5F-94B0-964B9F164118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TENAGA KESEHATAN LAIN</a:t>
          </a:r>
          <a:endParaRPr lang="en-ID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C078E8-A5F6-4D9B-9AD2-6BE792BF95A5}" type="parTrans" cxnId="{1C779908-A158-4554-BB5A-FA05A7129F69}">
      <dgm:prSet/>
      <dgm:spPr/>
      <dgm:t>
        <a:bodyPr/>
        <a:lstStyle/>
        <a:p>
          <a:endParaRPr lang="en-ID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6B62F7F-AB92-4CFD-B5D5-680BE557447F}" type="sibTrans" cxnId="{1C779908-A158-4554-BB5A-FA05A7129F69}">
      <dgm:prSet/>
      <dgm:spPr/>
      <dgm:t>
        <a:bodyPr/>
        <a:lstStyle/>
        <a:p>
          <a:endParaRPr lang="en-ID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45DC94-B9BF-4B9C-8559-5BF34A91668E}">
      <dgm:prSet phldrT="[Text]" custT="1"/>
      <dgm:spPr/>
      <dgm:t>
        <a:bodyPr/>
        <a:lstStyle/>
        <a:p>
          <a:pPr algn="l"/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Log Book Pegawai yang di validasi oleh minimal Wakil </a:t>
          </a:r>
          <a:r>
            <a:rPr lang="en-US" sz="1600" b="1" dirty="0" err="1">
              <a:latin typeface="Arial" panose="020B0604020202020204" pitchFamily="34" charset="0"/>
              <a:cs typeface="Arial" panose="020B0604020202020204" pitchFamily="34" charset="0"/>
            </a:rPr>
            <a:t>Kepala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1" dirty="0" err="1">
              <a:latin typeface="Arial" panose="020B0604020202020204" pitchFamily="34" charset="0"/>
              <a:cs typeface="Arial" panose="020B0604020202020204" pitchFamily="34" charset="0"/>
            </a:rPr>
            <a:t>Satuan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 Kerja</a:t>
          </a:r>
          <a:endParaRPr lang="en-ID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67E1B0-22FC-4538-A6CF-D78B2024E7AF}" type="parTrans" cxnId="{1783867C-1A48-4229-8D40-20BE3E045C75}">
      <dgm:prSet/>
      <dgm:spPr/>
      <dgm:t>
        <a:bodyPr/>
        <a:lstStyle/>
        <a:p>
          <a:endParaRPr lang="en-ID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FA4248-28A2-491C-9D0D-06455F77D962}" type="sibTrans" cxnId="{1783867C-1A48-4229-8D40-20BE3E045C75}">
      <dgm:prSet/>
      <dgm:spPr/>
      <dgm:t>
        <a:bodyPr/>
        <a:lstStyle/>
        <a:p>
          <a:endParaRPr lang="en-ID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422E1F-7A62-464F-96D1-1464C68A4E77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NON MEDIK</a:t>
          </a:r>
          <a:endParaRPr lang="en-ID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5C13BB-80CE-47ED-9E19-3EB2B55D8AFB}" type="parTrans" cxnId="{475DDA09-3200-4B68-A539-8507DC1A7DF9}">
      <dgm:prSet/>
      <dgm:spPr/>
      <dgm:t>
        <a:bodyPr/>
        <a:lstStyle/>
        <a:p>
          <a:endParaRPr lang="en-ID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EDDA39-B7B5-4E20-A53D-3C20D1BF69FA}" type="sibTrans" cxnId="{475DDA09-3200-4B68-A539-8507DC1A7DF9}">
      <dgm:prSet/>
      <dgm:spPr/>
      <dgm:t>
        <a:bodyPr/>
        <a:lstStyle/>
        <a:p>
          <a:endParaRPr lang="en-ID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95BD18-254F-484F-99D0-6D753AF3B482}">
      <dgm:prSet phldrT="[Text]" custT="1"/>
      <dgm:spPr/>
      <dgm:t>
        <a:bodyPr/>
        <a:lstStyle/>
        <a:p>
          <a:pPr algn="l"/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Log Book Pegawai yang di validasi oleh minimal Wakil </a:t>
          </a:r>
          <a:r>
            <a:rPr lang="en-US" sz="1600" b="1" dirty="0" err="1">
              <a:latin typeface="Arial" panose="020B0604020202020204" pitchFamily="34" charset="0"/>
              <a:cs typeface="Arial" panose="020B0604020202020204" pitchFamily="34" charset="0"/>
            </a:rPr>
            <a:t>Kepala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1" dirty="0" err="1">
              <a:latin typeface="Arial" panose="020B0604020202020204" pitchFamily="34" charset="0"/>
              <a:cs typeface="Arial" panose="020B0604020202020204" pitchFamily="34" charset="0"/>
            </a:rPr>
            <a:t>Satuan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 Kerja</a:t>
          </a:r>
          <a:endParaRPr lang="en-ID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84902A5-3196-4638-9017-51F0281B4C79}" type="parTrans" cxnId="{84307787-E01C-482D-8733-1DE9C9415158}">
      <dgm:prSet/>
      <dgm:spPr/>
      <dgm:t>
        <a:bodyPr/>
        <a:lstStyle/>
        <a:p>
          <a:endParaRPr lang="en-ID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DBB949-10FF-4065-B4F6-7A19FA500F6B}" type="sibTrans" cxnId="{84307787-E01C-482D-8733-1DE9C9415158}">
      <dgm:prSet/>
      <dgm:spPr/>
      <dgm:t>
        <a:bodyPr/>
        <a:lstStyle/>
        <a:p>
          <a:endParaRPr lang="en-ID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D62758-28A8-4D65-849C-757C7F113814}">
      <dgm:prSet phldrT="[Text]" custT="1"/>
      <dgm:spPr/>
      <dgm:t>
        <a:bodyPr/>
        <a:lstStyle/>
        <a:p>
          <a:pPr algn="ctr"/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MEDIK</a:t>
          </a:r>
          <a:endParaRPr lang="en-ID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12505AB-17C3-41F6-95D2-BC67DECFD954}" type="parTrans" cxnId="{0E0F8C50-A406-411E-B456-BFEC4A83443B}">
      <dgm:prSet/>
      <dgm:spPr/>
      <dgm:t>
        <a:bodyPr/>
        <a:lstStyle/>
        <a:p>
          <a:endParaRPr lang="en-ID"/>
        </a:p>
      </dgm:t>
    </dgm:pt>
    <dgm:pt modelId="{9C496B20-2AD6-4C58-83F9-C6A34D96855F}" type="sibTrans" cxnId="{0E0F8C50-A406-411E-B456-BFEC4A83443B}">
      <dgm:prSet/>
      <dgm:spPr/>
      <dgm:t>
        <a:bodyPr/>
        <a:lstStyle/>
        <a:p>
          <a:endParaRPr lang="en-ID"/>
        </a:p>
      </dgm:t>
    </dgm:pt>
    <dgm:pt modelId="{9082C73A-5386-43E6-9B0A-D8A3D435A2A8}">
      <dgm:prSet phldrT="[Text]" custT="1"/>
      <dgm:spPr/>
      <dgm:t>
        <a:bodyPr/>
        <a:lstStyle/>
        <a:p>
          <a:pPr algn="ctr"/>
          <a:r>
            <a:rPr lang="en-US" sz="1800" b="1" dirty="0">
              <a:latin typeface="Arial" panose="020B0604020202020204" pitchFamily="34" charset="0"/>
              <a:cs typeface="Arial" panose="020B0604020202020204" pitchFamily="34" charset="0"/>
            </a:rPr>
            <a:t>PERAWAT</a:t>
          </a:r>
          <a:endParaRPr lang="en-ID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65EF7A-6F82-4C5F-86D4-2133963D143D}" type="parTrans" cxnId="{2253A0F6-13C6-4969-B199-D3E70DFB7CE3}">
      <dgm:prSet/>
      <dgm:spPr/>
      <dgm:t>
        <a:bodyPr/>
        <a:lstStyle/>
        <a:p>
          <a:endParaRPr lang="en-ID"/>
        </a:p>
      </dgm:t>
    </dgm:pt>
    <dgm:pt modelId="{09A69600-6A1D-4630-8488-301424E34782}" type="sibTrans" cxnId="{2253A0F6-13C6-4969-B199-D3E70DFB7CE3}">
      <dgm:prSet/>
      <dgm:spPr/>
      <dgm:t>
        <a:bodyPr/>
        <a:lstStyle/>
        <a:p>
          <a:endParaRPr lang="en-ID"/>
        </a:p>
      </dgm:t>
    </dgm:pt>
    <dgm:pt modelId="{6506899A-F98C-4ACC-AB13-4D0BA1A99E81}">
      <dgm:prSet phldrT="[Text]" custT="1"/>
      <dgm:spPr/>
      <dgm:t>
        <a:bodyPr/>
        <a:lstStyle/>
        <a:p>
          <a:pPr algn="ctr"/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Data </a:t>
          </a:r>
          <a:r>
            <a:rPr lang="en-US" sz="1600" b="1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 SIMRS GOS yang </a:t>
          </a:r>
          <a:r>
            <a:rPr lang="en-US" sz="1600" b="1" dirty="0" err="1">
              <a:latin typeface="Arial" panose="020B0604020202020204" pitchFamily="34" charset="0"/>
              <a:cs typeface="Arial" panose="020B0604020202020204" pitchFamily="34" charset="0"/>
            </a:rPr>
            <a:t>divalidasi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 oleh billing</a:t>
          </a:r>
          <a:endParaRPr lang="en-ID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5DCE58E-E726-4BD0-9D95-71389A57D3B2}" type="parTrans" cxnId="{B4346725-11DB-4D42-BF0E-9C1B4154C1D3}">
      <dgm:prSet/>
      <dgm:spPr/>
      <dgm:t>
        <a:bodyPr/>
        <a:lstStyle/>
        <a:p>
          <a:endParaRPr lang="en-ID"/>
        </a:p>
      </dgm:t>
    </dgm:pt>
    <dgm:pt modelId="{B8F1B7A4-7686-4544-9703-27430D113E0E}" type="sibTrans" cxnId="{B4346725-11DB-4D42-BF0E-9C1B4154C1D3}">
      <dgm:prSet/>
      <dgm:spPr/>
      <dgm:t>
        <a:bodyPr/>
        <a:lstStyle/>
        <a:p>
          <a:endParaRPr lang="en-ID"/>
        </a:p>
      </dgm:t>
    </dgm:pt>
    <dgm:pt modelId="{5EEE1EBC-1AAA-4581-B641-1F4E1B17F00F}">
      <dgm:prSet phldrT="[Text]" custT="1"/>
      <dgm:spPr/>
      <dgm:t>
        <a:bodyPr/>
        <a:lstStyle/>
        <a:p>
          <a:pPr algn="ctr"/>
          <a:r>
            <a:rPr lang="en-US" sz="1600" b="1">
              <a:latin typeface="Arial" panose="020B0604020202020204" pitchFamily="34" charset="0"/>
              <a:cs typeface="Arial" panose="020B0604020202020204" pitchFamily="34" charset="0"/>
            </a:rPr>
            <a:t>Data Pendidikan dan Penelitian yang divalidasi oleh Diklit</a:t>
          </a:r>
          <a:endParaRPr lang="en-ID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2FA9AB-D798-41FA-9ABF-05767EA95DD6}" type="parTrans" cxnId="{FB4546A5-EF3D-42AB-89DD-6DC8CC0ED669}">
      <dgm:prSet/>
      <dgm:spPr/>
      <dgm:t>
        <a:bodyPr/>
        <a:lstStyle/>
        <a:p>
          <a:endParaRPr lang="en-ID"/>
        </a:p>
      </dgm:t>
    </dgm:pt>
    <dgm:pt modelId="{A4F33F6E-7D8E-400D-AA22-CA803D510B31}" type="sibTrans" cxnId="{FB4546A5-EF3D-42AB-89DD-6DC8CC0ED669}">
      <dgm:prSet/>
      <dgm:spPr/>
      <dgm:t>
        <a:bodyPr/>
        <a:lstStyle/>
        <a:p>
          <a:endParaRPr lang="en-ID"/>
        </a:p>
      </dgm:t>
    </dgm:pt>
    <dgm:pt modelId="{58D2C79F-8E32-49E1-8C8A-CBCDBE37DE16}">
      <dgm:prSet phldrT="[Text]"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Data </a:t>
          </a:r>
          <a:r>
            <a:rPr lang="en-US" sz="1600" b="1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 SIMRS GOS yang </a:t>
          </a:r>
          <a:r>
            <a:rPr lang="en-US" sz="1600" b="1" dirty="0" err="1">
              <a:latin typeface="Arial" panose="020B0604020202020204" pitchFamily="34" charset="0"/>
              <a:cs typeface="Arial" panose="020B0604020202020204" pitchFamily="34" charset="0"/>
            </a:rPr>
            <a:t>divalidasi</a:t>
          </a:r>
          <a:r>
            <a:rPr lang="en-US" sz="1600" b="1" dirty="0">
              <a:latin typeface="Arial" panose="020B0604020202020204" pitchFamily="34" charset="0"/>
              <a:cs typeface="Arial" panose="020B0604020202020204" pitchFamily="34" charset="0"/>
            </a:rPr>
            <a:t> oleh billing</a:t>
          </a:r>
          <a:endParaRPr lang="en-ID" sz="16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495786-05C5-4EA0-8E08-125FDF92E219}" type="parTrans" cxnId="{092FFE5B-E9CE-47B5-9B86-DEF0639FDD82}">
      <dgm:prSet/>
      <dgm:spPr/>
      <dgm:t>
        <a:bodyPr/>
        <a:lstStyle/>
        <a:p>
          <a:endParaRPr lang="en-ID"/>
        </a:p>
      </dgm:t>
    </dgm:pt>
    <dgm:pt modelId="{26858F70-6D33-4DE9-A7FA-85629886A1D3}" type="sibTrans" cxnId="{092FFE5B-E9CE-47B5-9B86-DEF0639FDD82}">
      <dgm:prSet/>
      <dgm:spPr/>
      <dgm:t>
        <a:bodyPr/>
        <a:lstStyle/>
        <a:p>
          <a:endParaRPr lang="en-ID"/>
        </a:p>
      </dgm:t>
    </dgm:pt>
    <dgm:pt modelId="{BC9BA459-D647-4CCB-993B-9DC622BC45AD}" type="pres">
      <dgm:prSet presAssocID="{2453D4A9-2FD0-41F1-A3A4-5FABF9666B9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BBDEA72-D85E-450A-8EBD-4C88862C376A}" type="pres">
      <dgm:prSet presAssocID="{194C1040-D3D1-4F07-A9D6-D35A774BAFA2}" presName="root" presStyleCnt="0"/>
      <dgm:spPr/>
    </dgm:pt>
    <dgm:pt modelId="{41E84974-4774-4739-B06A-111761874E21}" type="pres">
      <dgm:prSet presAssocID="{194C1040-D3D1-4F07-A9D6-D35A774BAFA2}" presName="rootComposite" presStyleCnt="0"/>
      <dgm:spPr/>
    </dgm:pt>
    <dgm:pt modelId="{84C79328-83F6-4C59-96BF-B460B3E931C2}" type="pres">
      <dgm:prSet presAssocID="{194C1040-D3D1-4F07-A9D6-D35A774BAFA2}" presName="rootText" presStyleLbl="node1" presStyleIdx="0" presStyleCnt="5" custLinFactY="-7547" custLinFactNeighborX="36" custLinFactNeighborY="-100000"/>
      <dgm:spPr/>
    </dgm:pt>
    <dgm:pt modelId="{AE737290-CB52-4E95-83EF-94CFEE84A370}" type="pres">
      <dgm:prSet presAssocID="{194C1040-D3D1-4F07-A9D6-D35A774BAFA2}" presName="rootConnector" presStyleLbl="node1" presStyleIdx="0" presStyleCnt="5"/>
      <dgm:spPr/>
    </dgm:pt>
    <dgm:pt modelId="{181AA4D2-CEBF-488E-A20E-EC027D142CBA}" type="pres">
      <dgm:prSet presAssocID="{194C1040-D3D1-4F07-A9D6-D35A774BAFA2}" presName="childShape" presStyleCnt="0"/>
      <dgm:spPr/>
    </dgm:pt>
    <dgm:pt modelId="{47992824-C9D9-42ED-A1DA-078857F8515F}" type="pres">
      <dgm:prSet presAssocID="{D02B7889-CC77-43EA-8B57-2E12ABBEC3EC}" presName="Name13" presStyleLbl="parChTrans1D2" presStyleIdx="0" presStyleCnt="7"/>
      <dgm:spPr/>
    </dgm:pt>
    <dgm:pt modelId="{321FE49A-CECB-413F-8203-00E77153904C}" type="pres">
      <dgm:prSet presAssocID="{58E67035-E905-4286-81E8-0A3165C5C2F3}" presName="childText" presStyleLbl="bgAcc1" presStyleIdx="0" presStyleCnt="7" custScaleX="139451" custScaleY="216128">
        <dgm:presLayoutVars>
          <dgm:bulletEnabled val="1"/>
        </dgm:presLayoutVars>
      </dgm:prSet>
      <dgm:spPr/>
    </dgm:pt>
    <dgm:pt modelId="{7A0BEE1A-E150-42F3-AFB8-0BCE14418A7B}" type="pres">
      <dgm:prSet presAssocID="{52C2A509-2D5B-4566-8BB7-4AB7CC6E0ABC}" presName="Name13" presStyleLbl="parChTrans1D2" presStyleIdx="1" presStyleCnt="7"/>
      <dgm:spPr/>
    </dgm:pt>
    <dgm:pt modelId="{44046897-88AB-4F6E-B248-FA0C9F0019E2}" type="pres">
      <dgm:prSet presAssocID="{6C4D708E-C666-4255-A3AC-76B9A519DFBD}" presName="childText" presStyleLbl="bgAcc1" presStyleIdx="1" presStyleCnt="7" custScaleX="143229" custScaleY="211998">
        <dgm:presLayoutVars>
          <dgm:bulletEnabled val="1"/>
        </dgm:presLayoutVars>
      </dgm:prSet>
      <dgm:spPr/>
    </dgm:pt>
    <dgm:pt modelId="{A5DBA58E-D241-4885-AF26-56E2A4C7D9C3}" type="pres">
      <dgm:prSet presAssocID="{D5D62758-28A8-4D65-849C-757C7F113814}" presName="root" presStyleCnt="0"/>
      <dgm:spPr/>
    </dgm:pt>
    <dgm:pt modelId="{ABC9BD3C-5398-4406-A273-74A235870B2A}" type="pres">
      <dgm:prSet presAssocID="{D5D62758-28A8-4D65-849C-757C7F113814}" presName="rootComposite" presStyleCnt="0"/>
      <dgm:spPr/>
    </dgm:pt>
    <dgm:pt modelId="{F989BE29-7EBB-415F-A699-91982F2926C3}" type="pres">
      <dgm:prSet presAssocID="{D5D62758-28A8-4D65-849C-757C7F113814}" presName="rootText" presStyleLbl="node1" presStyleIdx="1" presStyleCnt="5" custLinFactY="-7547" custLinFactNeighborY="-100000"/>
      <dgm:spPr/>
    </dgm:pt>
    <dgm:pt modelId="{9C53705C-F2DF-4D59-A283-4AAB6EB69B4C}" type="pres">
      <dgm:prSet presAssocID="{D5D62758-28A8-4D65-849C-757C7F113814}" presName="rootConnector" presStyleLbl="node1" presStyleIdx="1" presStyleCnt="5"/>
      <dgm:spPr/>
    </dgm:pt>
    <dgm:pt modelId="{AAE2BE59-4349-4879-82BE-F8DED4ED0EBA}" type="pres">
      <dgm:prSet presAssocID="{D5D62758-28A8-4D65-849C-757C7F113814}" presName="childShape" presStyleCnt="0"/>
      <dgm:spPr/>
    </dgm:pt>
    <dgm:pt modelId="{FE1C5898-FDDF-4381-B7BE-2405C88D1A5A}" type="pres">
      <dgm:prSet presAssocID="{15DCE58E-E726-4BD0-9D95-71389A57D3B2}" presName="Name13" presStyleLbl="parChTrans1D2" presStyleIdx="2" presStyleCnt="7"/>
      <dgm:spPr/>
    </dgm:pt>
    <dgm:pt modelId="{B7484E01-DC7F-4A1F-B4F0-04941CABDFC0}" type="pres">
      <dgm:prSet presAssocID="{6506899A-F98C-4ACC-AB13-4D0BA1A99E81}" presName="childText" presStyleLbl="bgAcc1" presStyleIdx="2" presStyleCnt="7" custScaleX="133632" custScaleY="217480">
        <dgm:presLayoutVars>
          <dgm:bulletEnabled val="1"/>
        </dgm:presLayoutVars>
      </dgm:prSet>
      <dgm:spPr/>
    </dgm:pt>
    <dgm:pt modelId="{B25326E9-39F2-4865-A320-EB63D9E66BA0}" type="pres">
      <dgm:prSet presAssocID="{952FA9AB-D798-41FA-9ABF-05767EA95DD6}" presName="Name13" presStyleLbl="parChTrans1D2" presStyleIdx="3" presStyleCnt="7"/>
      <dgm:spPr/>
    </dgm:pt>
    <dgm:pt modelId="{CE151814-BB58-4884-A5EF-3BE016EC6A3B}" type="pres">
      <dgm:prSet presAssocID="{5EEE1EBC-1AAA-4581-B641-1F4E1B17F00F}" presName="childText" presStyleLbl="bgAcc1" presStyleIdx="3" presStyleCnt="7" custScaleX="133237" custScaleY="210646">
        <dgm:presLayoutVars>
          <dgm:bulletEnabled val="1"/>
        </dgm:presLayoutVars>
      </dgm:prSet>
      <dgm:spPr/>
    </dgm:pt>
    <dgm:pt modelId="{95427DF7-D8E7-4E89-A5B7-0ED0854FAA78}" type="pres">
      <dgm:prSet presAssocID="{9082C73A-5386-43E6-9B0A-D8A3D435A2A8}" presName="root" presStyleCnt="0"/>
      <dgm:spPr/>
    </dgm:pt>
    <dgm:pt modelId="{9004FA2B-6AC0-4BE5-B350-FF84CB4B3516}" type="pres">
      <dgm:prSet presAssocID="{9082C73A-5386-43E6-9B0A-D8A3D435A2A8}" presName="rootComposite" presStyleCnt="0"/>
      <dgm:spPr/>
    </dgm:pt>
    <dgm:pt modelId="{41AB1AF7-239A-4C9C-BF98-880204FEF15F}" type="pres">
      <dgm:prSet presAssocID="{9082C73A-5386-43E6-9B0A-D8A3D435A2A8}" presName="rootText" presStyleLbl="node1" presStyleIdx="2" presStyleCnt="5" custLinFactY="-7547" custLinFactNeighborY="-100000"/>
      <dgm:spPr/>
    </dgm:pt>
    <dgm:pt modelId="{D8B0BA0F-677D-4101-B3C7-64113DEBFAD4}" type="pres">
      <dgm:prSet presAssocID="{9082C73A-5386-43E6-9B0A-D8A3D435A2A8}" presName="rootConnector" presStyleLbl="node1" presStyleIdx="2" presStyleCnt="5"/>
      <dgm:spPr/>
    </dgm:pt>
    <dgm:pt modelId="{A87A94F7-BE94-42DF-843C-F9161DFE908C}" type="pres">
      <dgm:prSet presAssocID="{9082C73A-5386-43E6-9B0A-D8A3D435A2A8}" presName="childShape" presStyleCnt="0"/>
      <dgm:spPr/>
    </dgm:pt>
    <dgm:pt modelId="{5FD57F9E-A6E0-4AED-89E3-CEA5887EB153}" type="pres">
      <dgm:prSet presAssocID="{84495786-05C5-4EA0-8E08-125FDF92E219}" presName="Name13" presStyleLbl="parChTrans1D2" presStyleIdx="4" presStyleCnt="7"/>
      <dgm:spPr/>
    </dgm:pt>
    <dgm:pt modelId="{5AE042CA-6A93-44DC-BBAD-C1F532E057A8}" type="pres">
      <dgm:prSet presAssocID="{58D2C79F-8E32-49E1-8C8A-CBCDBE37DE16}" presName="childText" presStyleLbl="bgAcc1" presStyleIdx="4" presStyleCnt="7" custScaleX="124621" custScaleY="219857">
        <dgm:presLayoutVars>
          <dgm:bulletEnabled val="1"/>
        </dgm:presLayoutVars>
      </dgm:prSet>
      <dgm:spPr/>
    </dgm:pt>
    <dgm:pt modelId="{FA0AFE99-5609-4A4D-9B7D-4C83C99E4200}" type="pres">
      <dgm:prSet presAssocID="{0824A61B-5AAF-4C5F-94B0-964B9F164118}" presName="root" presStyleCnt="0"/>
      <dgm:spPr/>
    </dgm:pt>
    <dgm:pt modelId="{4457E215-3CF3-4A6E-96C2-0DA27E4EFAD6}" type="pres">
      <dgm:prSet presAssocID="{0824A61B-5AAF-4C5F-94B0-964B9F164118}" presName="rootComposite" presStyleCnt="0"/>
      <dgm:spPr/>
    </dgm:pt>
    <dgm:pt modelId="{66EAAFDA-0C41-4E78-B10B-2465B784D4F9}" type="pres">
      <dgm:prSet presAssocID="{0824A61B-5AAF-4C5F-94B0-964B9F164118}" presName="rootText" presStyleLbl="node1" presStyleIdx="3" presStyleCnt="5" custLinFactY="-7547" custLinFactNeighborY="-100000"/>
      <dgm:spPr/>
    </dgm:pt>
    <dgm:pt modelId="{A59C3AB8-056B-4445-A437-5E8C7D61200C}" type="pres">
      <dgm:prSet presAssocID="{0824A61B-5AAF-4C5F-94B0-964B9F164118}" presName="rootConnector" presStyleLbl="node1" presStyleIdx="3" presStyleCnt="5"/>
      <dgm:spPr/>
    </dgm:pt>
    <dgm:pt modelId="{F34D3B0A-78E0-4854-B0FB-88F4F5C53E30}" type="pres">
      <dgm:prSet presAssocID="{0824A61B-5AAF-4C5F-94B0-964B9F164118}" presName="childShape" presStyleCnt="0"/>
      <dgm:spPr/>
    </dgm:pt>
    <dgm:pt modelId="{A595EEAE-69B1-4172-8379-371B551C53AF}" type="pres">
      <dgm:prSet presAssocID="{B267E1B0-22FC-4538-A6CF-D78B2024E7AF}" presName="Name13" presStyleLbl="parChTrans1D2" presStyleIdx="5" presStyleCnt="7"/>
      <dgm:spPr/>
    </dgm:pt>
    <dgm:pt modelId="{C9AFDB66-8509-4C1D-BFC9-472D4A98A8F4}" type="pres">
      <dgm:prSet presAssocID="{2945DC94-B9BF-4B9C-8559-5BF34A91668E}" presName="childText" presStyleLbl="bgAcc1" presStyleIdx="5" presStyleCnt="7" custScaleX="131339" custScaleY="220504">
        <dgm:presLayoutVars>
          <dgm:bulletEnabled val="1"/>
        </dgm:presLayoutVars>
      </dgm:prSet>
      <dgm:spPr/>
    </dgm:pt>
    <dgm:pt modelId="{B0E30701-1FA2-47FB-BE38-43F14EE94895}" type="pres">
      <dgm:prSet presAssocID="{74422E1F-7A62-464F-96D1-1464C68A4E77}" presName="root" presStyleCnt="0"/>
      <dgm:spPr/>
    </dgm:pt>
    <dgm:pt modelId="{678E40AC-CA34-4BCB-B792-83107454744E}" type="pres">
      <dgm:prSet presAssocID="{74422E1F-7A62-464F-96D1-1464C68A4E77}" presName="rootComposite" presStyleCnt="0"/>
      <dgm:spPr/>
    </dgm:pt>
    <dgm:pt modelId="{D3ED667D-8DDD-43F5-B69E-ED89FF6D4B9F}" type="pres">
      <dgm:prSet presAssocID="{74422E1F-7A62-464F-96D1-1464C68A4E77}" presName="rootText" presStyleLbl="node1" presStyleIdx="4" presStyleCnt="5" custLinFactY="-7547" custLinFactNeighborY="-100000"/>
      <dgm:spPr/>
    </dgm:pt>
    <dgm:pt modelId="{BABD07B8-BEC0-49B4-B810-53AEA1083B9E}" type="pres">
      <dgm:prSet presAssocID="{74422E1F-7A62-464F-96D1-1464C68A4E77}" presName="rootConnector" presStyleLbl="node1" presStyleIdx="4" presStyleCnt="5"/>
      <dgm:spPr/>
    </dgm:pt>
    <dgm:pt modelId="{E23496C1-9A2D-47D8-B804-009002FA720B}" type="pres">
      <dgm:prSet presAssocID="{74422E1F-7A62-464F-96D1-1464C68A4E77}" presName="childShape" presStyleCnt="0"/>
      <dgm:spPr/>
    </dgm:pt>
    <dgm:pt modelId="{FA38601A-2690-45C8-B346-D25FB01B8990}" type="pres">
      <dgm:prSet presAssocID="{F84902A5-3196-4638-9017-51F0281B4C79}" presName="Name13" presStyleLbl="parChTrans1D2" presStyleIdx="6" presStyleCnt="7"/>
      <dgm:spPr/>
    </dgm:pt>
    <dgm:pt modelId="{9BD6D31E-92DA-4A3E-A811-B72B02776834}" type="pres">
      <dgm:prSet presAssocID="{C695BD18-254F-484F-99D0-6D753AF3B482}" presName="childText" presStyleLbl="bgAcc1" presStyleIdx="6" presStyleCnt="7" custScaleX="125586" custScaleY="224569">
        <dgm:presLayoutVars>
          <dgm:bulletEnabled val="1"/>
        </dgm:presLayoutVars>
      </dgm:prSet>
      <dgm:spPr/>
    </dgm:pt>
  </dgm:ptLst>
  <dgm:cxnLst>
    <dgm:cxn modelId="{0397A200-27D2-4B06-8C6A-883F9CB14DA2}" type="presOf" srcId="{74422E1F-7A62-464F-96D1-1464C68A4E77}" destId="{D3ED667D-8DDD-43F5-B69E-ED89FF6D4B9F}" srcOrd="0" destOrd="0" presId="urn:microsoft.com/office/officeart/2005/8/layout/hierarchy3"/>
    <dgm:cxn modelId="{5A2B1D07-B198-4866-B925-FD3B5B2FC2BC}" type="presOf" srcId="{D02B7889-CC77-43EA-8B57-2E12ABBEC3EC}" destId="{47992824-C9D9-42ED-A1DA-078857F8515F}" srcOrd="0" destOrd="0" presId="urn:microsoft.com/office/officeart/2005/8/layout/hierarchy3"/>
    <dgm:cxn modelId="{1C779908-A158-4554-BB5A-FA05A7129F69}" srcId="{2453D4A9-2FD0-41F1-A3A4-5FABF9666B97}" destId="{0824A61B-5AAF-4C5F-94B0-964B9F164118}" srcOrd="3" destOrd="0" parTransId="{FDC078E8-A5F6-4D9B-9AD2-6BE792BF95A5}" sibTransId="{96B62F7F-AB92-4CFD-B5D5-680BE557447F}"/>
    <dgm:cxn modelId="{475DDA09-3200-4B68-A539-8507DC1A7DF9}" srcId="{2453D4A9-2FD0-41F1-A3A4-5FABF9666B97}" destId="{74422E1F-7A62-464F-96D1-1464C68A4E77}" srcOrd="4" destOrd="0" parTransId="{075C13BB-80CE-47ED-9E19-3EB2B55D8AFB}" sibTransId="{BCEDDA39-B7B5-4E20-A53D-3C20D1BF69FA}"/>
    <dgm:cxn modelId="{61280C0E-B678-4D16-A86D-0E4FCA9EDF0A}" type="presOf" srcId="{D5D62758-28A8-4D65-849C-757C7F113814}" destId="{F989BE29-7EBB-415F-A699-91982F2926C3}" srcOrd="0" destOrd="0" presId="urn:microsoft.com/office/officeart/2005/8/layout/hierarchy3"/>
    <dgm:cxn modelId="{5E688315-8A0A-4720-BB51-D6AE55639423}" type="presOf" srcId="{0824A61B-5AAF-4C5F-94B0-964B9F164118}" destId="{66EAAFDA-0C41-4E78-B10B-2465B784D4F9}" srcOrd="0" destOrd="0" presId="urn:microsoft.com/office/officeart/2005/8/layout/hierarchy3"/>
    <dgm:cxn modelId="{00183E17-7FD1-486F-9816-A77258B9DC30}" type="presOf" srcId="{C695BD18-254F-484F-99D0-6D753AF3B482}" destId="{9BD6D31E-92DA-4A3E-A811-B72B02776834}" srcOrd="0" destOrd="0" presId="urn:microsoft.com/office/officeart/2005/8/layout/hierarchy3"/>
    <dgm:cxn modelId="{66089B19-1C93-48D1-99E2-DE7D36C6362B}" type="presOf" srcId="{952FA9AB-D798-41FA-9ABF-05767EA95DD6}" destId="{B25326E9-39F2-4865-A320-EB63D9E66BA0}" srcOrd="0" destOrd="0" presId="urn:microsoft.com/office/officeart/2005/8/layout/hierarchy3"/>
    <dgm:cxn modelId="{E0CA3D24-E859-4B87-A597-EED2F5C36153}" type="presOf" srcId="{6506899A-F98C-4ACC-AB13-4D0BA1A99E81}" destId="{B7484E01-DC7F-4A1F-B4F0-04941CABDFC0}" srcOrd="0" destOrd="0" presId="urn:microsoft.com/office/officeart/2005/8/layout/hierarchy3"/>
    <dgm:cxn modelId="{B4346725-11DB-4D42-BF0E-9C1B4154C1D3}" srcId="{D5D62758-28A8-4D65-849C-757C7F113814}" destId="{6506899A-F98C-4ACC-AB13-4D0BA1A99E81}" srcOrd="0" destOrd="0" parTransId="{15DCE58E-E726-4BD0-9D95-71389A57D3B2}" sibTransId="{B8F1B7A4-7686-4544-9703-27430D113E0E}"/>
    <dgm:cxn modelId="{2E4BAD30-483F-4762-92E3-3A3528AD1B13}" type="presOf" srcId="{0824A61B-5AAF-4C5F-94B0-964B9F164118}" destId="{A59C3AB8-056B-4445-A437-5E8C7D61200C}" srcOrd="1" destOrd="0" presId="urn:microsoft.com/office/officeart/2005/8/layout/hierarchy3"/>
    <dgm:cxn modelId="{31377A36-AFFD-4A2F-BCB8-A3B2E1A68D09}" srcId="{194C1040-D3D1-4F07-A9D6-D35A774BAFA2}" destId="{6C4D708E-C666-4255-A3AC-76B9A519DFBD}" srcOrd="1" destOrd="0" parTransId="{52C2A509-2D5B-4566-8BB7-4AB7CC6E0ABC}" sibTransId="{5AA50C51-60E1-43F9-9D97-65BB404F66E5}"/>
    <dgm:cxn modelId="{055BA740-9E24-42E6-AF58-DF6F3DE01384}" type="presOf" srcId="{2453D4A9-2FD0-41F1-A3A4-5FABF9666B97}" destId="{BC9BA459-D647-4CCB-993B-9DC622BC45AD}" srcOrd="0" destOrd="0" presId="urn:microsoft.com/office/officeart/2005/8/layout/hierarchy3"/>
    <dgm:cxn modelId="{092FFE5B-E9CE-47B5-9B86-DEF0639FDD82}" srcId="{9082C73A-5386-43E6-9B0A-D8A3D435A2A8}" destId="{58D2C79F-8E32-49E1-8C8A-CBCDBE37DE16}" srcOrd="0" destOrd="0" parTransId="{84495786-05C5-4EA0-8E08-125FDF92E219}" sibTransId="{26858F70-6D33-4DE9-A7FA-85629886A1D3}"/>
    <dgm:cxn modelId="{51539363-83EB-4548-A8A7-60C4A4299B32}" type="presOf" srcId="{194C1040-D3D1-4F07-A9D6-D35A774BAFA2}" destId="{84C79328-83F6-4C59-96BF-B460B3E931C2}" srcOrd="0" destOrd="0" presId="urn:microsoft.com/office/officeart/2005/8/layout/hierarchy3"/>
    <dgm:cxn modelId="{BD21FF43-EA56-45F9-9652-01A8622D4FE6}" srcId="{194C1040-D3D1-4F07-A9D6-D35A774BAFA2}" destId="{58E67035-E905-4286-81E8-0A3165C5C2F3}" srcOrd="0" destOrd="0" parTransId="{D02B7889-CC77-43EA-8B57-2E12ABBEC3EC}" sibTransId="{B3A4B57D-96AE-4531-AB01-ED186911C8D5}"/>
    <dgm:cxn modelId="{31DD3370-BAC9-43CA-AA1C-6D2A0E8264FA}" type="presOf" srcId="{B267E1B0-22FC-4538-A6CF-D78B2024E7AF}" destId="{A595EEAE-69B1-4172-8379-371B551C53AF}" srcOrd="0" destOrd="0" presId="urn:microsoft.com/office/officeart/2005/8/layout/hierarchy3"/>
    <dgm:cxn modelId="{0E0F8C50-A406-411E-B456-BFEC4A83443B}" srcId="{2453D4A9-2FD0-41F1-A3A4-5FABF9666B97}" destId="{D5D62758-28A8-4D65-849C-757C7F113814}" srcOrd="1" destOrd="0" parTransId="{012505AB-17C3-41F6-95D2-BC67DECFD954}" sibTransId="{9C496B20-2AD6-4C58-83F9-C6A34D96855F}"/>
    <dgm:cxn modelId="{BF8C8B71-9917-4B3A-B073-E2BEE70E76F4}" type="presOf" srcId="{2945DC94-B9BF-4B9C-8559-5BF34A91668E}" destId="{C9AFDB66-8509-4C1D-BFC9-472D4A98A8F4}" srcOrd="0" destOrd="0" presId="urn:microsoft.com/office/officeart/2005/8/layout/hierarchy3"/>
    <dgm:cxn modelId="{1783867C-1A48-4229-8D40-20BE3E045C75}" srcId="{0824A61B-5AAF-4C5F-94B0-964B9F164118}" destId="{2945DC94-B9BF-4B9C-8559-5BF34A91668E}" srcOrd="0" destOrd="0" parTransId="{B267E1B0-22FC-4538-A6CF-D78B2024E7AF}" sibTransId="{52FA4248-28A2-491C-9D0D-06455F77D962}"/>
    <dgm:cxn modelId="{84307787-E01C-482D-8733-1DE9C9415158}" srcId="{74422E1F-7A62-464F-96D1-1464C68A4E77}" destId="{C695BD18-254F-484F-99D0-6D753AF3B482}" srcOrd="0" destOrd="0" parTransId="{F84902A5-3196-4638-9017-51F0281B4C79}" sibTransId="{91DBB949-10FF-4065-B4F6-7A19FA500F6B}"/>
    <dgm:cxn modelId="{16C6CA89-0435-4006-95A3-322DDA407449}" type="presOf" srcId="{5EEE1EBC-1AAA-4581-B641-1F4E1B17F00F}" destId="{CE151814-BB58-4884-A5EF-3BE016EC6A3B}" srcOrd="0" destOrd="0" presId="urn:microsoft.com/office/officeart/2005/8/layout/hierarchy3"/>
    <dgm:cxn modelId="{C0B5499F-4A4D-48ED-823B-35393A8FE621}" type="presOf" srcId="{9082C73A-5386-43E6-9B0A-D8A3D435A2A8}" destId="{41AB1AF7-239A-4C9C-BF98-880204FEF15F}" srcOrd="0" destOrd="0" presId="urn:microsoft.com/office/officeart/2005/8/layout/hierarchy3"/>
    <dgm:cxn modelId="{D15ADEA4-5055-4983-B490-237578BBFF1A}" type="presOf" srcId="{15DCE58E-E726-4BD0-9D95-71389A57D3B2}" destId="{FE1C5898-FDDF-4381-B7BE-2405C88D1A5A}" srcOrd="0" destOrd="0" presId="urn:microsoft.com/office/officeart/2005/8/layout/hierarchy3"/>
    <dgm:cxn modelId="{FB4546A5-EF3D-42AB-89DD-6DC8CC0ED669}" srcId="{D5D62758-28A8-4D65-849C-757C7F113814}" destId="{5EEE1EBC-1AAA-4581-B641-1F4E1B17F00F}" srcOrd="1" destOrd="0" parTransId="{952FA9AB-D798-41FA-9ABF-05767EA95DD6}" sibTransId="{A4F33F6E-7D8E-400D-AA22-CA803D510B31}"/>
    <dgm:cxn modelId="{DDD961A8-36FF-44C7-8294-DD87F1303489}" type="presOf" srcId="{74422E1F-7A62-464F-96D1-1464C68A4E77}" destId="{BABD07B8-BEC0-49B4-B810-53AEA1083B9E}" srcOrd="1" destOrd="0" presId="urn:microsoft.com/office/officeart/2005/8/layout/hierarchy3"/>
    <dgm:cxn modelId="{5C0957A8-F571-4AFC-8A49-9476B2F6B298}" srcId="{2453D4A9-2FD0-41F1-A3A4-5FABF9666B97}" destId="{194C1040-D3D1-4F07-A9D6-D35A774BAFA2}" srcOrd="0" destOrd="0" parTransId="{6D16DA2E-7F8A-4BA3-8116-926677638F5E}" sibTransId="{80A0788C-3C30-4E36-9629-C21BF23722D6}"/>
    <dgm:cxn modelId="{09CED2BA-1531-40EC-819F-405F80898D55}" type="presOf" srcId="{6C4D708E-C666-4255-A3AC-76B9A519DFBD}" destId="{44046897-88AB-4F6E-B248-FA0C9F0019E2}" srcOrd="0" destOrd="0" presId="urn:microsoft.com/office/officeart/2005/8/layout/hierarchy3"/>
    <dgm:cxn modelId="{7A7CB8C4-6930-4AAE-84B2-1A51CFE6FB7A}" type="presOf" srcId="{58D2C79F-8E32-49E1-8C8A-CBCDBE37DE16}" destId="{5AE042CA-6A93-44DC-BBAD-C1F532E057A8}" srcOrd="0" destOrd="0" presId="urn:microsoft.com/office/officeart/2005/8/layout/hierarchy3"/>
    <dgm:cxn modelId="{C7D166CA-A9FB-45D8-91C2-7D834B0657E6}" type="presOf" srcId="{194C1040-D3D1-4F07-A9D6-D35A774BAFA2}" destId="{AE737290-CB52-4E95-83EF-94CFEE84A370}" srcOrd="1" destOrd="0" presId="urn:microsoft.com/office/officeart/2005/8/layout/hierarchy3"/>
    <dgm:cxn modelId="{8002ABD1-169F-4433-9B9E-03073DADFCD4}" type="presOf" srcId="{D5D62758-28A8-4D65-849C-757C7F113814}" destId="{9C53705C-F2DF-4D59-A283-4AAB6EB69B4C}" srcOrd="1" destOrd="0" presId="urn:microsoft.com/office/officeart/2005/8/layout/hierarchy3"/>
    <dgm:cxn modelId="{8D5851DC-BD34-411B-8366-0A78795FA7BA}" type="presOf" srcId="{52C2A509-2D5B-4566-8BB7-4AB7CC6E0ABC}" destId="{7A0BEE1A-E150-42F3-AFB8-0BCE14418A7B}" srcOrd="0" destOrd="0" presId="urn:microsoft.com/office/officeart/2005/8/layout/hierarchy3"/>
    <dgm:cxn modelId="{182F06E7-EBBA-4FBE-AD08-3508728AF695}" type="presOf" srcId="{9082C73A-5386-43E6-9B0A-D8A3D435A2A8}" destId="{D8B0BA0F-677D-4101-B3C7-64113DEBFAD4}" srcOrd="1" destOrd="0" presId="urn:microsoft.com/office/officeart/2005/8/layout/hierarchy3"/>
    <dgm:cxn modelId="{937E12EF-2FDE-4E4A-B639-16BE58C866AD}" type="presOf" srcId="{58E67035-E905-4286-81E8-0A3165C5C2F3}" destId="{321FE49A-CECB-413F-8203-00E77153904C}" srcOrd="0" destOrd="0" presId="urn:microsoft.com/office/officeart/2005/8/layout/hierarchy3"/>
    <dgm:cxn modelId="{B27F52F0-BCA5-42B0-B5E6-41CACD9C663E}" type="presOf" srcId="{84495786-05C5-4EA0-8E08-125FDF92E219}" destId="{5FD57F9E-A6E0-4AED-89E3-CEA5887EB153}" srcOrd="0" destOrd="0" presId="urn:microsoft.com/office/officeart/2005/8/layout/hierarchy3"/>
    <dgm:cxn modelId="{1EAE40F4-1039-488D-A148-1FDDDCB5A8D8}" type="presOf" srcId="{F84902A5-3196-4638-9017-51F0281B4C79}" destId="{FA38601A-2690-45C8-B346-D25FB01B8990}" srcOrd="0" destOrd="0" presId="urn:microsoft.com/office/officeart/2005/8/layout/hierarchy3"/>
    <dgm:cxn modelId="{2253A0F6-13C6-4969-B199-D3E70DFB7CE3}" srcId="{2453D4A9-2FD0-41F1-A3A4-5FABF9666B97}" destId="{9082C73A-5386-43E6-9B0A-D8A3D435A2A8}" srcOrd="2" destOrd="0" parTransId="{FF65EF7A-6F82-4C5F-86D4-2133963D143D}" sibTransId="{09A69600-6A1D-4630-8488-301424E34782}"/>
    <dgm:cxn modelId="{16AA225A-3162-4566-894E-BD286ED7F0B2}" type="presParOf" srcId="{BC9BA459-D647-4CCB-993B-9DC622BC45AD}" destId="{CBBDEA72-D85E-450A-8EBD-4C88862C376A}" srcOrd="0" destOrd="0" presId="urn:microsoft.com/office/officeart/2005/8/layout/hierarchy3"/>
    <dgm:cxn modelId="{672A19F6-C63E-4331-A870-90CF689DE95D}" type="presParOf" srcId="{CBBDEA72-D85E-450A-8EBD-4C88862C376A}" destId="{41E84974-4774-4739-B06A-111761874E21}" srcOrd="0" destOrd="0" presId="urn:microsoft.com/office/officeart/2005/8/layout/hierarchy3"/>
    <dgm:cxn modelId="{41487122-4BD9-4E58-8656-66D6D7483894}" type="presParOf" srcId="{41E84974-4774-4739-B06A-111761874E21}" destId="{84C79328-83F6-4C59-96BF-B460B3E931C2}" srcOrd="0" destOrd="0" presId="urn:microsoft.com/office/officeart/2005/8/layout/hierarchy3"/>
    <dgm:cxn modelId="{3661560E-51EA-4A1F-92F3-5CE6D2705520}" type="presParOf" srcId="{41E84974-4774-4739-B06A-111761874E21}" destId="{AE737290-CB52-4E95-83EF-94CFEE84A370}" srcOrd="1" destOrd="0" presId="urn:microsoft.com/office/officeart/2005/8/layout/hierarchy3"/>
    <dgm:cxn modelId="{4B497859-F07C-462E-8122-80504067296D}" type="presParOf" srcId="{CBBDEA72-D85E-450A-8EBD-4C88862C376A}" destId="{181AA4D2-CEBF-488E-A20E-EC027D142CBA}" srcOrd="1" destOrd="0" presId="urn:microsoft.com/office/officeart/2005/8/layout/hierarchy3"/>
    <dgm:cxn modelId="{C8D1BFCB-D301-460F-8E83-EE0643497E44}" type="presParOf" srcId="{181AA4D2-CEBF-488E-A20E-EC027D142CBA}" destId="{47992824-C9D9-42ED-A1DA-078857F8515F}" srcOrd="0" destOrd="0" presId="urn:microsoft.com/office/officeart/2005/8/layout/hierarchy3"/>
    <dgm:cxn modelId="{A73F312A-133A-40D5-98B6-F57C7AB04231}" type="presParOf" srcId="{181AA4D2-CEBF-488E-A20E-EC027D142CBA}" destId="{321FE49A-CECB-413F-8203-00E77153904C}" srcOrd="1" destOrd="0" presId="urn:microsoft.com/office/officeart/2005/8/layout/hierarchy3"/>
    <dgm:cxn modelId="{DF8B342B-5673-4758-A4A0-A681C96070A2}" type="presParOf" srcId="{181AA4D2-CEBF-488E-A20E-EC027D142CBA}" destId="{7A0BEE1A-E150-42F3-AFB8-0BCE14418A7B}" srcOrd="2" destOrd="0" presId="urn:microsoft.com/office/officeart/2005/8/layout/hierarchy3"/>
    <dgm:cxn modelId="{23F2AAE4-AA95-4088-A761-D32B4B130D0B}" type="presParOf" srcId="{181AA4D2-CEBF-488E-A20E-EC027D142CBA}" destId="{44046897-88AB-4F6E-B248-FA0C9F0019E2}" srcOrd="3" destOrd="0" presId="urn:microsoft.com/office/officeart/2005/8/layout/hierarchy3"/>
    <dgm:cxn modelId="{C08FCF81-2BF5-4556-A274-255590ADCE83}" type="presParOf" srcId="{BC9BA459-D647-4CCB-993B-9DC622BC45AD}" destId="{A5DBA58E-D241-4885-AF26-56E2A4C7D9C3}" srcOrd="1" destOrd="0" presId="urn:microsoft.com/office/officeart/2005/8/layout/hierarchy3"/>
    <dgm:cxn modelId="{32DDF144-C2F2-4A59-85E5-A328EF4F4D06}" type="presParOf" srcId="{A5DBA58E-D241-4885-AF26-56E2A4C7D9C3}" destId="{ABC9BD3C-5398-4406-A273-74A235870B2A}" srcOrd="0" destOrd="0" presId="urn:microsoft.com/office/officeart/2005/8/layout/hierarchy3"/>
    <dgm:cxn modelId="{B1BE3093-CE8E-4DBE-8D64-3C79FF99916B}" type="presParOf" srcId="{ABC9BD3C-5398-4406-A273-74A235870B2A}" destId="{F989BE29-7EBB-415F-A699-91982F2926C3}" srcOrd="0" destOrd="0" presId="urn:microsoft.com/office/officeart/2005/8/layout/hierarchy3"/>
    <dgm:cxn modelId="{F81C104A-DD3C-440F-8D77-5C5ED3FC5898}" type="presParOf" srcId="{ABC9BD3C-5398-4406-A273-74A235870B2A}" destId="{9C53705C-F2DF-4D59-A283-4AAB6EB69B4C}" srcOrd="1" destOrd="0" presId="urn:microsoft.com/office/officeart/2005/8/layout/hierarchy3"/>
    <dgm:cxn modelId="{4978847B-2829-4B81-AE2B-169D1A688D0B}" type="presParOf" srcId="{A5DBA58E-D241-4885-AF26-56E2A4C7D9C3}" destId="{AAE2BE59-4349-4879-82BE-F8DED4ED0EBA}" srcOrd="1" destOrd="0" presId="urn:microsoft.com/office/officeart/2005/8/layout/hierarchy3"/>
    <dgm:cxn modelId="{2EC5C0C4-3611-44C3-94CB-79643877D158}" type="presParOf" srcId="{AAE2BE59-4349-4879-82BE-F8DED4ED0EBA}" destId="{FE1C5898-FDDF-4381-B7BE-2405C88D1A5A}" srcOrd="0" destOrd="0" presId="urn:microsoft.com/office/officeart/2005/8/layout/hierarchy3"/>
    <dgm:cxn modelId="{065E930C-0401-4FCE-92BF-084D70FB02CE}" type="presParOf" srcId="{AAE2BE59-4349-4879-82BE-F8DED4ED0EBA}" destId="{B7484E01-DC7F-4A1F-B4F0-04941CABDFC0}" srcOrd="1" destOrd="0" presId="urn:microsoft.com/office/officeart/2005/8/layout/hierarchy3"/>
    <dgm:cxn modelId="{B237E279-7740-4B40-9B45-E878A59EC701}" type="presParOf" srcId="{AAE2BE59-4349-4879-82BE-F8DED4ED0EBA}" destId="{B25326E9-39F2-4865-A320-EB63D9E66BA0}" srcOrd="2" destOrd="0" presId="urn:microsoft.com/office/officeart/2005/8/layout/hierarchy3"/>
    <dgm:cxn modelId="{EA05E626-9AB9-495D-A65E-EA7009C54692}" type="presParOf" srcId="{AAE2BE59-4349-4879-82BE-F8DED4ED0EBA}" destId="{CE151814-BB58-4884-A5EF-3BE016EC6A3B}" srcOrd="3" destOrd="0" presId="urn:microsoft.com/office/officeart/2005/8/layout/hierarchy3"/>
    <dgm:cxn modelId="{FB5E01B9-A29A-4983-907A-29FE718728A0}" type="presParOf" srcId="{BC9BA459-D647-4CCB-993B-9DC622BC45AD}" destId="{95427DF7-D8E7-4E89-A5B7-0ED0854FAA78}" srcOrd="2" destOrd="0" presId="urn:microsoft.com/office/officeart/2005/8/layout/hierarchy3"/>
    <dgm:cxn modelId="{40F984E5-6508-4FF8-8C5B-BF171D0E5EA5}" type="presParOf" srcId="{95427DF7-D8E7-4E89-A5B7-0ED0854FAA78}" destId="{9004FA2B-6AC0-4BE5-B350-FF84CB4B3516}" srcOrd="0" destOrd="0" presId="urn:microsoft.com/office/officeart/2005/8/layout/hierarchy3"/>
    <dgm:cxn modelId="{2AAEFBED-61CA-426E-BF00-8077186A9E6B}" type="presParOf" srcId="{9004FA2B-6AC0-4BE5-B350-FF84CB4B3516}" destId="{41AB1AF7-239A-4C9C-BF98-880204FEF15F}" srcOrd="0" destOrd="0" presId="urn:microsoft.com/office/officeart/2005/8/layout/hierarchy3"/>
    <dgm:cxn modelId="{F8034622-91C8-43C2-AF76-ABF490F9634E}" type="presParOf" srcId="{9004FA2B-6AC0-4BE5-B350-FF84CB4B3516}" destId="{D8B0BA0F-677D-4101-B3C7-64113DEBFAD4}" srcOrd="1" destOrd="0" presId="urn:microsoft.com/office/officeart/2005/8/layout/hierarchy3"/>
    <dgm:cxn modelId="{E6600AE7-19C1-4910-8A96-D018E9236A2F}" type="presParOf" srcId="{95427DF7-D8E7-4E89-A5B7-0ED0854FAA78}" destId="{A87A94F7-BE94-42DF-843C-F9161DFE908C}" srcOrd="1" destOrd="0" presId="urn:microsoft.com/office/officeart/2005/8/layout/hierarchy3"/>
    <dgm:cxn modelId="{71BD793B-4BD8-4FC8-BB02-074EF67FE89A}" type="presParOf" srcId="{A87A94F7-BE94-42DF-843C-F9161DFE908C}" destId="{5FD57F9E-A6E0-4AED-89E3-CEA5887EB153}" srcOrd="0" destOrd="0" presId="urn:microsoft.com/office/officeart/2005/8/layout/hierarchy3"/>
    <dgm:cxn modelId="{6E04B063-AF50-4B2B-B2DD-1CBFC1DE0145}" type="presParOf" srcId="{A87A94F7-BE94-42DF-843C-F9161DFE908C}" destId="{5AE042CA-6A93-44DC-BBAD-C1F532E057A8}" srcOrd="1" destOrd="0" presId="urn:microsoft.com/office/officeart/2005/8/layout/hierarchy3"/>
    <dgm:cxn modelId="{9A68C92E-4869-457A-92C3-884B8C53930F}" type="presParOf" srcId="{BC9BA459-D647-4CCB-993B-9DC622BC45AD}" destId="{FA0AFE99-5609-4A4D-9B7D-4C83C99E4200}" srcOrd="3" destOrd="0" presId="urn:microsoft.com/office/officeart/2005/8/layout/hierarchy3"/>
    <dgm:cxn modelId="{886D7FB4-EC2D-43D6-9A3A-C9B1FDEB60DE}" type="presParOf" srcId="{FA0AFE99-5609-4A4D-9B7D-4C83C99E4200}" destId="{4457E215-3CF3-4A6E-96C2-0DA27E4EFAD6}" srcOrd="0" destOrd="0" presId="urn:microsoft.com/office/officeart/2005/8/layout/hierarchy3"/>
    <dgm:cxn modelId="{61F2C69B-435B-4BF6-85FE-AA09C04ECF8B}" type="presParOf" srcId="{4457E215-3CF3-4A6E-96C2-0DA27E4EFAD6}" destId="{66EAAFDA-0C41-4E78-B10B-2465B784D4F9}" srcOrd="0" destOrd="0" presId="urn:microsoft.com/office/officeart/2005/8/layout/hierarchy3"/>
    <dgm:cxn modelId="{A0A6C33E-62E5-4219-95D8-44DB3603F8A2}" type="presParOf" srcId="{4457E215-3CF3-4A6E-96C2-0DA27E4EFAD6}" destId="{A59C3AB8-056B-4445-A437-5E8C7D61200C}" srcOrd="1" destOrd="0" presId="urn:microsoft.com/office/officeart/2005/8/layout/hierarchy3"/>
    <dgm:cxn modelId="{051A8495-2270-48D2-B025-7D9ED81630EC}" type="presParOf" srcId="{FA0AFE99-5609-4A4D-9B7D-4C83C99E4200}" destId="{F34D3B0A-78E0-4854-B0FB-88F4F5C53E30}" srcOrd="1" destOrd="0" presId="urn:microsoft.com/office/officeart/2005/8/layout/hierarchy3"/>
    <dgm:cxn modelId="{EDF4A7FC-3151-4DBB-B04E-997F9815FE08}" type="presParOf" srcId="{F34D3B0A-78E0-4854-B0FB-88F4F5C53E30}" destId="{A595EEAE-69B1-4172-8379-371B551C53AF}" srcOrd="0" destOrd="0" presId="urn:microsoft.com/office/officeart/2005/8/layout/hierarchy3"/>
    <dgm:cxn modelId="{33EF82C6-5455-4E7A-AB14-A136260D12D3}" type="presParOf" srcId="{F34D3B0A-78E0-4854-B0FB-88F4F5C53E30}" destId="{C9AFDB66-8509-4C1D-BFC9-472D4A98A8F4}" srcOrd="1" destOrd="0" presId="urn:microsoft.com/office/officeart/2005/8/layout/hierarchy3"/>
    <dgm:cxn modelId="{887A7672-901E-4497-9FC1-F7D08F2001C2}" type="presParOf" srcId="{BC9BA459-D647-4CCB-993B-9DC622BC45AD}" destId="{B0E30701-1FA2-47FB-BE38-43F14EE94895}" srcOrd="4" destOrd="0" presId="urn:microsoft.com/office/officeart/2005/8/layout/hierarchy3"/>
    <dgm:cxn modelId="{A997C46E-6028-4C64-91EE-2EA869DB54F4}" type="presParOf" srcId="{B0E30701-1FA2-47FB-BE38-43F14EE94895}" destId="{678E40AC-CA34-4BCB-B792-83107454744E}" srcOrd="0" destOrd="0" presId="urn:microsoft.com/office/officeart/2005/8/layout/hierarchy3"/>
    <dgm:cxn modelId="{261918E9-779A-4188-894C-2DE2CE374D5D}" type="presParOf" srcId="{678E40AC-CA34-4BCB-B792-83107454744E}" destId="{D3ED667D-8DDD-43F5-B69E-ED89FF6D4B9F}" srcOrd="0" destOrd="0" presId="urn:microsoft.com/office/officeart/2005/8/layout/hierarchy3"/>
    <dgm:cxn modelId="{EC6B22A9-3C07-4CFE-9209-7246F310019B}" type="presParOf" srcId="{678E40AC-CA34-4BCB-B792-83107454744E}" destId="{BABD07B8-BEC0-49B4-B810-53AEA1083B9E}" srcOrd="1" destOrd="0" presId="urn:microsoft.com/office/officeart/2005/8/layout/hierarchy3"/>
    <dgm:cxn modelId="{EEF8BC82-F946-4CC9-A9DF-74BCD5DCD596}" type="presParOf" srcId="{B0E30701-1FA2-47FB-BE38-43F14EE94895}" destId="{E23496C1-9A2D-47D8-B804-009002FA720B}" srcOrd="1" destOrd="0" presId="urn:microsoft.com/office/officeart/2005/8/layout/hierarchy3"/>
    <dgm:cxn modelId="{0328C508-622B-42BE-9BA4-D327CB05FABA}" type="presParOf" srcId="{E23496C1-9A2D-47D8-B804-009002FA720B}" destId="{FA38601A-2690-45C8-B346-D25FB01B8990}" srcOrd="0" destOrd="0" presId="urn:microsoft.com/office/officeart/2005/8/layout/hierarchy3"/>
    <dgm:cxn modelId="{BB664601-5483-43EE-BE0A-896A00C3BAE1}" type="presParOf" srcId="{E23496C1-9A2D-47D8-B804-009002FA720B}" destId="{9BD6D31E-92DA-4A3E-A811-B72B0277683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4D4FD97-B09E-49AA-82B5-46D6C3B290E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0982B1B7-504D-4FAD-BF40-396306BE6B7E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IKU RSB</a:t>
          </a:r>
          <a:endParaRPr lang="en-ID">
            <a:solidFill>
              <a:schemeClr val="tx1"/>
            </a:solidFill>
          </a:endParaRPr>
        </a:p>
      </dgm:t>
    </dgm:pt>
    <dgm:pt modelId="{BC046001-1235-4158-9971-8EE15070E373}" type="parTrans" cxnId="{1810AD70-73F3-4577-B035-6A71F7412F81}">
      <dgm:prSet/>
      <dgm:spPr/>
      <dgm:t>
        <a:bodyPr/>
        <a:lstStyle/>
        <a:p>
          <a:endParaRPr lang="en-ID">
            <a:solidFill>
              <a:schemeClr val="tx1"/>
            </a:solidFill>
          </a:endParaRPr>
        </a:p>
      </dgm:t>
    </dgm:pt>
    <dgm:pt modelId="{47626802-0674-48C8-9C48-25FECE74BDE5}" type="sibTrans" cxnId="{1810AD70-73F3-4577-B035-6A71F7412F81}">
      <dgm:prSet/>
      <dgm:spPr/>
      <dgm:t>
        <a:bodyPr/>
        <a:lstStyle/>
        <a:p>
          <a:endParaRPr lang="en-ID">
            <a:solidFill>
              <a:schemeClr val="tx1"/>
            </a:solidFill>
          </a:endParaRPr>
        </a:p>
      </dgm:t>
    </dgm:pt>
    <dgm:pt modelId="{2BDF654F-6477-4459-8C15-55927B7B3DD1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IKT</a:t>
          </a:r>
        </a:p>
      </dgm:t>
    </dgm:pt>
    <dgm:pt modelId="{871BF44F-3BAD-4EA5-8E0B-153B03AA1658}" type="parTrans" cxnId="{ADE22964-A5BB-45CE-B135-6A0A64C898C5}">
      <dgm:prSet/>
      <dgm:spPr/>
      <dgm:t>
        <a:bodyPr/>
        <a:lstStyle/>
        <a:p>
          <a:endParaRPr lang="en-ID">
            <a:solidFill>
              <a:schemeClr val="tx1"/>
            </a:solidFill>
          </a:endParaRPr>
        </a:p>
      </dgm:t>
    </dgm:pt>
    <dgm:pt modelId="{0400A978-E08B-4B88-99EC-9ED241A6E9B2}" type="sibTrans" cxnId="{ADE22964-A5BB-45CE-B135-6A0A64C898C5}">
      <dgm:prSet/>
      <dgm:spPr/>
      <dgm:t>
        <a:bodyPr/>
        <a:lstStyle/>
        <a:p>
          <a:endParaRPr lang="en-ID">
            <a:solidFill>
              <a:schemeClr val="tx1"/>
            </a:solidFill>
          </a:endParaRPr>
        </a:p>
      </dgm:t>
    </dgm:pt>
    <dgm:pt modelId="{7784EEAF-0F63-441A-8694-306EEB7CFB51}">
      <dgm:prSet/>
      <dgm:spPr/>
      <dgm:t>
        <a:bodyPr/>
        <a:lstStyle/>
        <a:p>
          <a:r>
            <a:rPr lang="en-US">
              <a:solidFill>
                <a:schemeClr val="tx1"/>
              </a:solidFill>
            </a:rPr>
            <a:t>IKU Satker</a:t>
          </a:r>
          <a:endParaRPr lang="en-US" dirty="0">
            <a:solidFill>
              <a:schemeClr val="tx1"/>
            </a:solidFill>
          </a:endParaRPr>
        </a:p>
      </dgm:t>
    </dgm:pt>
    <dgm:pt modelId="{89B78DF3-9D6D-4717-9E51-F28BDFF32FC6}" type="parTrans" cxnId="{517DBDF3-AB8D-4E51-98A5-6A2178D4B095}">
      <dgm:prSet/>
      <dgm:spPr/>
      <dgm:t>
        <a:bodyPr/>
        <a:lstStyle/>
        <a:p>
          <a:endParaRPr lang="en-ID">
            <a:solidFill>
              <a:schemeClr val="tx1"/>
            </a:solidFill>
          </a:endParaRPr>
        </a:p>
      </dgm:t>
    </dgm:pt>
    <dgm:pt modelId="{F90E13C8-0845-44AC-B363-2D981BF57BC9}" type="sibTrans" cxnId="{517DBDF3-AB8D-4E51-98A5-6A2178D4B095}">
      <dgm:prSet/>
      <dgm:spPr/>
      <dgm:t>
        <a:bodyPr/>
        <a:lstStyle/>
        <a:p>
          <a:endParaRPr lang="en-ID">
            <a:solidFill>
              <a:schemeClr val="tx1"/>
            </a:solidFill>
          </a:endParaRPr>
        </a:p>
      </dgm:t>
    </dgm:pt>
    <dgm:pt modelId="{A27E495B-B298-4800-9CB2-3F47F780B7E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IKU </a:t>
          </a:r>
          <a:r>
            <a:rPr lang="en-US" dirty="0" err="1">
              <a:solidFill>
                <a:schemeClr val="tx1"/>
              </a:solidFill>
            </a:rPr>
            <a:t>Prioritas</a:t>
          </a:r>
          <a:endParaRPr lang="en-ID" dirty="0">
            <a:solidFill>
              <a:schemeClr val="tx1"/>
            </a:solidFill>
          </a:endParaRPr>
        </a:p>
      </dgm:t>
    </dgm:pt>
    <dgm:pt modelId="{B4177A8F-D17A-4928-8C96-0FE9CFBAC65A}" type="parTrans" cxnId="{36FA9633-8EFB-4325-808E-ABB21C06E0A9}">
      <dgm:prSet/>
      <dgm:spPr/>
      <dgm:t>
        <a:bodyPr/>
        <a:lstStyle/>
        <a:p>
          <a:endParaRPr lang="en-ID">
            <a:solidFill>
              <a:schemeClr val="tx1"/>
            </a:solidFill>
          </a:endParaRPr>
        </a:p>
      </dgm:t>
    </dgm:pt>
    <dgm:pt modelId="{DFBCDA08-A72C-4EA4-9302-6A8922AC0FE3}" type="sibTrans" cxnId="{36FA9633-8EFB-4325-808E-ABB21C06E0A9}">
      <dgm:prSet/>
      <dgm:spPr/>
      <dgm:t>
        <a:bodyPr/>
        <a:lstStyle/>
        <a:p>
          <a:endParaRPr lang="en-ID">
            <a:solidFill>
              <a:schemeClr val="tx1"/>
            </a:solidFill>
          </a:endParaRPr>
        </a:p>
      </dgm:t>
    </dgm:pt>
    <dgm:pt modelId="{7F163BD9-A54B-4D00-89CD-06B6B37BB388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IKU BLU</a:t>
          </a:r>
        </a:p>
      </dgm:t>
    </dgm:pt>
    <dgm:pt modelId="{178E0FBA-E880-4A68-BB92-A05413CCE91D}" type="parTrans" cxnId="{9859F988-EC00-43DB-AC0F-30B6C09323BB}">
      <dgm:prSet/>
      <dgm:spPr/>
      <dgm:t>
        <a:bodyPr/>
        <a:lstStyle/>
        <a:p>
          <a:endParaRPr lang="en-ID"/>
        </a:p>
      </dgm:t>
    </dgm:pt>
    <dgm:pt modelId="{729405E3-77EA-4F6B-83FE-86F23C387716}" type="sibTrans" cxnId="{9859F988-EC00-43DB-AC0F-30B6C09323BB}">
      <dgm:prSet/>
      <dgm:spPr/>
      <dgm:t>
        <a:bodyPr/>
        <a:lstStyle/>
        <a:p>
          <a:endParaRPr lang="en-ID"/>
        </a:p>
      </dgm:t>
    </dgm:pt>
    <dgm:pt modelId="{5962E8E7-93D5-4F6D-B974-D5C905FCEFEF}" type="pres">
      <dgm:prSet presAssocID="{44D4FD97-B09E-49AA-82B5-46D6C3B290EA}" presName="CompostProcess" presStyleCnt="0">
        <dgm:presLayoutVars>
          <dgm:dir/>
          <dgm:resizeHandles val="exact"/>
        </dgm:presLayoutVars>
      </dgm:prSet>
      <dgm:spPr/>
    </dgm:pt>
    <dgm:pt modelId="{1A5069F1-94DF-4D8C-90EB-05BB43029F8D}" type="pres">
      <dgm:prSet presAssocID="{44D4FD97-B09E-49AA-82B5-46D6C3B290EA}" presName="arrow" presStyleLbl="bgShp" presStyleIdx="0" presStyleCnt="1"/>
      <dgm:spPr>
        <a:solidFill>
          <a:schemeClr val="accent5">
            <a:lumMod val="40000"/>
            <a:lumOff val="60000"/>
          </a:schemeClr>
        </a:solidFill>
      </dgm:spPr>
    </dgm:pt>
    <dgm:pt modelId="{9EB26ECC-5615-4032-8D26-7F5B9726B1DC}" type="pres">
      <dgm:prSet presAssocID="{44D4FD97-B09E-49AA-82B5-46D6C3B290EA}" presName="linearProcess" presStyleCnt="0"/>
      <dgm:spPr/>
    </dgm:pt>
    <dgm:pt modelId="{A8FC829A-56B4-41BD-A6B0-14D2D0F3023A}" type="pres">
      <dgm:prSet presAssocID="{0982B1B7-504D-4FAD-BF40-396306BE6B7E}" presName="textNode" presStyleLbl="node1" presStyleIdx="0" presStyleCnt="5">
        <dgm:presLayoutVars>
          <dgm:bulletEnabled val="1"/>
        </dgm:presLayoutVars>
      </dgm:prSet>
      <dgm:spPr/>
    </dgm:pt>
    <dgm:pt modelId="{980B3A62-FAB4-4D7B-B696-8DBB62FB2C8C}" type="pres">
      <dgm:prSet presAssocID="{47626802-0674-48C8-9C48-25FECE74BDE5}" presName="sibTrans" presStyleCnt="0"/>
      <dgm:spPr/>
    </dgm:pt>
    <dgm:pt modelId="{B6AD5F7D-19B1-416F-87C3-5E2DA17AB79E}" type="pres">
      <dgm:prSet presAssocID="{2BDF654F-6477-4459-8C15-55927B7B3DD1}" presName="textNode" presStyleLbl="node1" presStyleIdx="1" presStyleCnt="5">
        <dgm:presLayoutVars>
          <dgm:bulletEnabled val="1"/>
        </dgm:presLayoutVars>
      </dgm:prSet>
      <dgm:spPr/>
    </dgm:pt>
    <dgm:pt modelId="{A07B6214-3457-4D2F-89BA-15989C44F85C}" type="pres">
      <dgm:prSet presAssocID="{0400A978-E08B-4B88-99EC-9ED241A6E9B2}" presName="sibTrans" presStyleCnt="0"/>
      <dgm:spPr/>
    </dgm:pt>
    <dgm:pt modelId="{9D02A726-1A49-4A4B-9FEB-0FB73D725D2E}" type="pres">
      <dgm:prSet presAssocID="{7F163BD9-A54B-4D00-89CD-06B6B37BB388}" presName="textNode" presStyleLbl="node1" presStyleIdx="2" presStyleCnt="5">
        <dgm:presLayoutVars>
          <dgm:bulletEnabled val="1"/>
        </dgm:presLayoutVars>
      </dgm:prSet>
      <dgm:spPr/>
    </dgm:pt>
    <dgm:pt modelId="{9E78D010-9FFE-4E27-96F7-8F0C44EEA85E}" type="pres">
      <dgm:prSet presAssocID="{729405E3-77EA-4F6B-83FE-86F23C387716}" presName="sibTrans" presStyleCnt="0"/>
      <dgm:spPr/>
    </dgm:pt>
    <dgm:pt modelId="{119E4A97-6B11-4387-BB1C-084FEC9C2959}" type="pres">
      <dgm:prSet presAssocID="{7784EEAF-0F63-441A-8694-306EEB7CFB51}" presName="textNode" presStyleLbl="node1" presStyleIdx="3" presStyleCnt="5">
        <dgm:presLayoutVars>
          <dgm:bulletEnabled val="1"/>
        </dgm:presLayoutVars>
      </dgm:prSet>
      <dgm:spPr/>
    </dgm:pt>
    <dgm:pt modelId="{507BFCA9-4B36-4546-A096-B94843863F6A}" type="pres">
      <dgm:prSet presAssocID="{F90E13C8-0845-44AC-B363-2D981BF57BC9}" presName="sibTrans" presStyleCnt="0"/>
      <dgm:spPr/>
    </dgm:pt>
    <dgm:pt modelId="{03BFC1F4-71E6-428B-8F1F-A5796AA939AD}" type="pres">
      <dgm:prSet presAssocID="{A27E495B-B298-4800-9CB2-3F47F780B7E4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36FA9633-8EFB-4325-808E-ABB21C06E0A9}" srcId="{44D4FD97-B09E-49AA-82B5-46D6C3B290EA}" destId="{A27E495B-B298-4800-9CB2-3F47F780B7E4}" srcOrd="4" destOrd="0" parTransId="{B4177A8F-D17A-4928-8C96-0FE9CFBAC65A}" sibTransId="{DFBCDA08-A72C-4EA4-9302-6A8922AC0FE3}"/>
    <dgm:cxn modelId="{ADE22964-A5BB-45CE-B135-6A0A64C898C5}" srcId="{44D4FD97-B09E-49AA-82B5-46D6C3B290EA}" destId="{2BDF654F-6477-4459-8C15-55927B7B3DD1}" srcOrd="1" destOrd="0" parTransId="{871BF44F-3BAD-4EA5-8E0B-153B03AA1658}" sibTransId="{0400A978-E08B-4B88-99EC-9ED241A6E9B2}"/>
    <dgm:cxn modelId="{84AFB64B-BF03-4924-8001-A0011597224E}" type="presOf" srcId="{0982B1B7-504D-4FAD-BF40-396306BE6B7E}" destId="{A8FC829A-56B4-41BD-A6B0-14D2D0F3023A}" srcOrd="0" destOrd="0" presId="urn:microsoft.com/office/officeart/2005/8/layout/hProcess9"/>
    <dgm:cxn modelId="{1810AD70-73F3-4577-B035-6A71F7412F81}" srcId="{44D4FD97-B09E-49AA-82B5-46D6C3B290EA}" destId="{0982B1B7-504D-4FAD-BF40-396306BE6B7E}" srcOrd="0" destOrd="0" parTransId="{BC046001-1235-4158-9971-8EE15070E373}" sibTransId="{47626802-0674-48C8-9C48-25FECE74BDE5}"/>
    <dgm:cxn modelId="{4A90B558-D38C-4F85-911C-DCAD53EF04A8}" type="presOf" srcId="{A27E495B-B298-4800-9CB2-3F47F780B7E4}" destId="{03BFC1F4-71E6-428B-8F1F-A5796AA939AD}" srcOrd="0" destOrd="0" presId="urn:microsoft.com/office/officeart/2005/8/layout/hProcess9"/>
    <dgm:cxn modelId="{D1A3137B-F548-446C-B9CC-26260C49548A}" type="presOf" srcId="{7F163BD9-A54B-4D00-89CD-06B6B37BB388}" destId="{9D02A726-1A49-4A4B-9FEB-0FB73D725D2E}" srcOrd="0" destOrd="0" presId="urn:microsoft.com/office/officeart/2005/8/layout/hProcess9"/>
    <dgm:cxn modelId="{1445E787-40A7-4AAB-9E37-8ABD209AA5E7}" type="presOf" srcId="{44D4FD97-B09E-49AA-82B5-46D6C3B290EA}" destId="{5962E8E7-93D5-4F6D-B974-D5C905FCEFEF}" srcOrd="0" destOrd="0" presId="urn:microsoft.com/office/officeart/2005/8/layout/hProcess9"/>
    <dgm:cxn modelId="{9859F988-EC00-43DB-AC0F-30B6C09323BB}" srcId="{44D4FD97-B09E-49AA-82B5-46D6C3B290EA}" destId="{7F163BD9-A54B-4D00-89CD-06B6B37BB388}" srcOrd="2" destOrd="0" parTransId="{178E0FBA-E880-4A68-BB92-A05413CCE91D}" sibTransId="{729405E3-77EA-4F6B-83FE-86F23C387716}"/>
    <dgm:cxn modelId="{59D2A7E2-4606-49E7-8E6A-0B2138828325}" type="presOf" srcId="{7784EEAF-0F63-441A-8694-306EEB7CFB51}" destId="{119E4A97-6B11-4387-BB1C-084FEC9C2959}" srcOrd="0" destOrd="0" presId="urn:microsoft.com/office/officeart/2005/8/layout/hProcess9"/>
    <dgm:cxn modelId="{517DBDF3-AB8D-4E51-98A5-6A2178D4B095}" srcId="{44D4FD97-B09E-49AA-82B5-46D6C3B290EA}" destId="{7784EEAF-0F63-441A-8694-306EEB7CFB51}" srcOrd="3" destOrd="0" parTransId="{89B78DF3-9D6D-4717-9E51-F28BDFF32FC6}" sibTransId="{F90E13C8-0845-44AC-B363-2D981BF57BC9}"/>
    <dgm:cxn modelId="{58A934FF-887D-470D-893D-2CF9333FD32E}" type="presOf" srcId="{2BDF654F-6477-4459-8C15-55927B7B3DD1}" destId="{B6AD5F7D-19B1-416F-87C3-5E2DA17AB79E}" srcOrd="0" destOrd="0" presId="urn:microsoft.com/office/officeart/2005/8/layout/hProcess9"/>
    <dgm:cxn modelId="{8B5E395F-C2EF-4F2A-8ED4-EB42C0D21356}" type="presParOf" srcId="{5962E8E7-93D5-4F6D-B974-D5C905FCEFEF}" destId="{1A5069F1-94DF-4D8C-90EB-05BB43029F8D}" srcOrd="0" destOrd="0" presId="urn:microsoft.com/office/officeart/2005/8/layout/hProcess9"/>
    <dgm:cxn modelId="{E0EB4038-0BC5-41FC-A96E-CF4D1EC46880}" type="presParOf" srcId="{5962E8E7-93D5-4F6D-B974-D5C905FCEFEF}" destId="{9EB26ECC-5615-4032-8D26-7F5B9726B1DC}" srcOrd="1" destOrd="0" presId="urn:microsoft.com/office/officeart/2005/8/layout/hProcess9"/>
    <dgm:cxn modelId="{86180397-C46C-4A80-BE41-2CAC88014C3C}" type="presParOf" srcId="{9EB26ECC-5615-4032-8D26-7F5B9726B1DC}" destId="{A8FC829A-56B4-41BD-A6B0-14D2D0F3023A}" srcOrd="0" destOrd="0" presId="urn:microsoft.com/office/officeart/2005/8/layout/hProcess9"/>
    <dgm:cxn modelId="{9F025935-8C97-4513-829E-1D27ACC8C146}" type="presParOf" srcId="{9EB26ECC-5615-4032-8D26-7F5B9726B1DC}" destId="{980B3A62-FAB4-4D7B-B696-8DBB62FB2C8C}" srcOrd="1" destOrd="0" presId="urn:microsoft.com/office/officeart/2005/8/layout/hProcess9"/>
    <dgm:cxn modelId="{AA95F4F1-F514-4A81-8102-E55F98997DEA}" type="presParOf" srcId="{9EB26ECC-5615-4032-8D26-7F5B9726B1DC}" destId="{B6AD5F7D-19B1-416F-87C3-5E2DA17AB79E}" srcOrd="2" destOrd="0" presId="urn:microsoft.com/office/officeart/2005/8/layout/hProcess9"/>
    <dgm:cxn modelId="{1F1F9E14-3F1A-43D9-ACB7-4C192D46D240}" type="presParOf" srcId="{9EB26ECC-5615-4032-8D26-7F5B9726B1DC}" destId="{A07B6214-3457-4D2F-89BA-15989C44F85C}" srcOrd="3" destOrd="0" presId="urn:microsoft.com/office/officeart/2005/8/layout/hProcess9"/>
    <dgm:cxn modelId="{A3737AAE-C316-480B-A2FB-06B022798070}" type="presParOf" srcId="{9EB26ECC-5615-4032-8D26-7F5B9726B1DC}" destId="{9D02A726-1A49-4A4B-9FEB-0FB73D725D2E}" srcOrd="4" destOrd="0" presId="urn:microsoft.com/office/officeart/2005/8/layout/hProcess9"/>
    <dgm:cxn modelId="{815CA2D9-B272-4A7C-BE5E-F6528B4B613E}" type="presParOf" srcId="{9EB26ECC-5615-4032-8D26-7F5B9726B1DC}" destId="{9E78D010-9FFE-4E27-96F7-8F0C44EEA85E}" srcOrd="5" destOrd="0" presId="urn:microsoft.com/office/officeart/2005/8/layout/hProcess9"/>
    <dgm:cxn modelId="{078E2136-ED9F-4ACE-989F-026D3B56201F}" type="presParOf" srcId="{9EB26ECC-5615-4032-8D26-7F5B9726B1DC}" destId="{119E4A97-6B11-4387-BB1C-084FEC9C2959}" srcOrd="6" destOrd="0" presId="urn:microsoft.com/office/officeart/2005/8/layout/hProcess9"/>
    <dgm:cxn modelId="{06989CE6-A63F-48EE-8F76-1E8778A59F23}" type="presParOf" srcId="{9EB26ECC-5615-4032-8D26-7F5B9726B1DC}" destId="{507BFCA9-4B36-4546-A096-B94843863F6A}" srcOrd="7" destOrd="0" presId="urn:microsoft.com/office/officeart/2005/8/layout/hProcess9"/>
    <dgm:cxn modelId="{70359CB5-1BE4-4536-9C6F-C8FBBBAB7E56}" type="presParOf" srcId="{9EB26ECC-5615-4032-8D26-7F5B9726B1DC}" destId="{03BFC1F4-71E6-428B-8F1F-A5796AA939AD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EB4F265-1CD0-481E-8BF3-B786282AA722}" type="doc">
      <dgm:prSet loTypeId="urn:diagrams.loki3.com/VaryingWidthList" loCatId="list" qsTypeId="urn:microsoft.com/office/officeart/2005/8/quickstyle/simple1" qsCatId="simple" csTypeId="urn:microsoft.com/office/officeart/2005/8/colors/colorful2" csCatId="colorful" phldr="1"/>
      <dgm:spPr/>
    </dgm:pt>
    <dgm:pt modelId="{C2BBBD26-38AC-4138-8D66-7AFEBEEDD4DA}">
      <dgm:prSet phldrT="[Text]" custT="1"/>
      <dgm:spPr/>
      <dgm:t>
        <a:bodyPr/>
        <a:lstStyle/>
        <a:p>
          <a:pPr>
            <a:buNone/>
          </a:pPr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Nama </a:t>
          </a:r>
          <a:r>
            <a:rPr lang="en-US" sz="2000" b="1" dirty="0" err="1">
              <a:latin typeface="Arial" panose="020B0604020202020204" pitchFamily="34" charset="0"/>
              <a:cs typeface="Arial" panose="020B0604020202020204" pitchFamily="34" charset="0"/>
            </a:rPr>
            <a:t>kegiatan</a:t>
          </a:r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>
              <a:latin typeface="Arial" panose="020B0604020202020204" pitchFamily="34" charset="0"/>
              <a:cs typeface="Arial" panose="020B0604020202020204" pitchFamily="34" charset="0"/>
            </a:rPr>
            <a:t>harian</a:t>
          </a:r>
          <a:endParaRPr lang="en-ID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9B5974-8975-4C0E-AFAE-264390232340}" type="parTrans" cxnId="{30836259-2BFD-4806-94B3-1063CA140D41}">
      <dgm:prSet/>
      <dgm:spPr/>
      <dgm:t>
        <a:bodyPr/>
        <a:lstStyle/>
        <a:p>
          <a:endParaRPr lang="en-ID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BEA946B-E460-4F96-B233-7FBDAFA53069}" type="sibTrans" cxnId="{30836259-2BFD-4806-94B3-1063CA140D41}">
      <dgm:prSet/>
      <dgm:spPr/>
      <dgm:t>
        <a:bodyPr/>
        <a:lstStyle/>
        <a:p>
          <a:endParaRPr lang="en-ID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843F96-3264-428D-927A-6A5CBA3C3F2A}">
      <dgm:prSet custT="1"/>
      <dgm:spPr/>
      <dgm:t>
        <a:bodyPr/>
        <a:lstStyle/>
        <a:p>
          <a:r>
            <a:rPr lang="en-US" sz="2000" b="1" dirty="0">
              <a:latin typeface="Arial" panose="020B0604020202020204" pitchFamily="34" charset="0"/>
              <a:cs typeface="Arial" panose="020B0604020202020204" pitchFamily="34" charset="0"/>
            </a:rPr>
            <a:t>Target </a:t>
          </a:r>
          <a:r>
            <a:rPr lang="en-US" sz="2000" b="1" dirty="0" err="1">
              <a:latin typeface="Arial" panose="020B0604020202020204" pitchFamily="34" charset="0"/>
              <a:cs typeface="Arial" panose="020B0604020202020204" pitchFamily="34" charset="0"/>
            </a:rPr>
            <a:t>kegiatan</a:t>
          </a:r>
          <a:endParaRPr lang="en-US" sz="2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9916D5-CB13-40A9-8284-8CE71D657F3B}" type="parTrans" cxnId="{3F567650-C12E-4745-8EE9-AD3D929FB75E}">
      <dgm:prSet/>
      <dgm:spPr/>
      <dgm:t>
        <a:bodyPr/>
        <a:lstStyle/>
        <a:p>
          <a:endParaRPr lang="en-ID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7939A1-51CD-4B83-9474-1C38018881B6}" type="sibTrans" cxnId="{3F567650-C12E-4745-8EE9-AD3D929FB75E}">
      <dgm:prSet/>
      <dgm:spPr/>
      <dgm:t>
        <a:bodyPr/>
        <a:lstStyle/>
        <a:p>
          <a:endParaRPr lang="en-ID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6EB3EB-4788-4532-B597-55D4C519EB57}">
      <dgm:prSet custT="1"/>
      <dgm:spPr/>
      <dgm:t>
        <a:bodyPr/>
        <a:lstStyle/>
        <a:p>
          <a:r>
            <a:rPr lang="en-US" sz="2000" b="1">
              <a:latin typeface="Arial" panose="020B0604020202020204" pitchFamily="34" charset="0"/>
              <a:cs typeface="Arial" panose="020B0604020202020204" pitchFamily="34" charset="0"/>
            </a:rPr>
            <a:t>Tanggal kegiatan</a:t>
          </a:r>
          <a:endParaRPr lang="en-US" sz="2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940D513-C949-4D25-98AC-87A6E3D36062}" type="parTrans" cxnId="{512066FA-DD08-4BD0-A8B0-7DD096F1AD40}">
      <dgm:prSet/>
      <dgm:spPr/>
      <dgm:t>
        <a:bodyPr/>
        <a:lstStyle/>
        <a:p>
          <a:endParaRPr lang="en-ID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3FB9D8-7CC2-4E95-AE8C-CF5C1C23C56B}" type="sibTrans" cxnId="{512066FA-DD08-4BD0-A8B0-7DD096F1AD40}">
      <dgm:prSet/>
      <dgm:spPr/>
      <dgm:t>
        <a:bodyPr/>
        <a:lstStyle/>
        <a:p>
          <a:endParaRPr lang="en-ID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D0919D-00E0-492C-9E4F-943CE0F6DA4B}">
      <dgm:prSet custT="1"/>
      <dgm:spPr/>
      <dgm:t>
        <a:bodyPr/>
        <a:lstStyle/>
        <a:p>
          <a:r>
            <a:rPr lang="en-US" sz="2000" b="1">
              <a:latin typeface="Arial" panose="020B0604020202020204" pitchFamily="34" charset="0"/>
              <a:cs typeface="Arial" panose="020B0604020202020204" pitchFamily="34" charset="0"/>
            </a:rPr>
            <a:t>Realisasi kegiatan</a:t>
          </a:r>
          <a:endParaRPr lang="en-US" sz="2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FB1D09-78BA-4DED-9A01-92592B41EF90}" type="parTrans" cxnId="{B17ED1AB-08B2-4E75-A0B6-B35E07361A12}">
      <dgm:prSet/>
      <dgm:spPr/>
      <dgm:t>
        <a:bodyPr/>
        <a:lstStyle/>
        <a:p>
          <a:endParaRPr lang="en-ID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0A5695-799B-4DDE-AB41-13F553E16916}" type="sibTrans" cxnId="{B17ED1AB-08B2-4E75-A0B6-B35E07361A12}">
      <dgm:prSet/>
      <dgm:spPr/>
      <dgm:t>
        <a:bodyPr/>
        <a:lstStyle/>
        <a:p>
          <a:endParaRPr lang="en-ID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A36694-B6EC-4897-BA6C-4180E33BB1F6}">
      <dgm:prSet custT="1"/>
      <dgm:spPr/>
      <dgm:t>
        <a:bodyPr/>
        <a:lstStyle/>
        <a:p>
          <a:r>
            <a:rPr lang="en-US" sz="2000" b="1">
              <a:latin typeface="Arial" panose="020B0604020202020204" pitchFamily="34" charset="0"/>
              <a:cs typeface="Arial" panose="020B0604020202020204" pitchFamily="34" charset="0"/>
            </a:rPr>
            <a:t>Capaian kegiatan</a:t>
          </a:r>
          <a:endParaRPr lang="en-ID" sz="2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7AEBEE0-BA5B-4B92-B55F-654834A0C69D}" type="parTrans" cxnId="{261B3884-2078-4EB7-A8EC-C4CA96197044}">
      <dgm:prSet/>
      <dgm:spPr/>
      <dgm:t>
        <a:bodyPr/>
        <a:lstStyle/>
        <a:p>
          <a:endParaRPr lang="en-ID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2DCCB3-16E9-426B-9217-92DAF247EE11}" type="sibTrans" cxnId="{261B3884-2078-4EB7-A8EC-C4CA96197044}">
      <dgm:prSet/>
      <dgm:spPr/>
      <dgm:t>
        <a:bodyPr/>
        <a:lstStyle/>
        <a:p>
          <a:endParaRPr lang="en-ID" sz="2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7B9C78E-8A8C-44CF-8FA2-0B53A753B1A6}" type="pres">
      <dgm:prSet presAssocID="{7EB4F265-1CD0-481E-8BF3-B786282AA722}" presName="Name0" presStyleCnt="0">
        <dgm:presLayoutVars>
          <dgm:resizeHandles/>
        </dgm:presLayoutVars>
      </dgm:prSet>
      <dgm:spPr/>
    </dgm:pt>
    <dgm:pt modelId="{30DD00F7-4B19-4995-90E1-827A0409AB1D}" type="pres">
      <dgm:prSet presAssocID="{C2BBBD26-38AC-4138-8D66-7AFEBEEDD4DA}" presName="text" presStyleLbl="node1" presStyleIdx="0" presStyleCnt="5" custScaleX="279562">
        <dgm:presLayoutVars>
          <dgm:bulletEnabled val="1"/>
        </dgm:presLayoutVars>
      </dgm:prSet>
      <dgm:spPr/>
    </dgm:pt>
    <dgm:pt modelId="{3BDDC51D-1510-4C1B-94B8-57ED5817182B}" type="pres">
      <dgm:prSet presAssocID="{BBEA946B-E460-4F96-B233-7FBDAFA53069}" presName="space" presStyleCnt="0"/>
      <dgm:spPr/>
    </dgm:pt>
    <dgm:pt modelId="{727ABF9E-6006-451C-A1A4-DBF479DBBC83}" type="pres">
      <dgm:prSet presAssocID="{FD843F96-3264-428D-927A-6A5CBA3C3F2A}" presName="text" presStyleLbl="node1" presStyleIdx="1" presStyleCnt="5" custScaleX="279562">
        <dgm:presLayoutVars>
          <dgm:bulletEnabled val="1"/>
        </dgm:presLayoutVars>
      </dgm:prSet>
      <dgm:spPr/>
    </dgm:pt>
    <dgm:pt modelId="{4DE1C395-7196-4FF0-88B3-D1285D6F3CFD}" type="pres">
      <dgm:prSet presAssocID="{867939A1-51CD-4B83-9474-1C38018881B6}" presName="space" presStyleCnt="0"/>
      <dgm:spPr/>
    </dgm:pt>
    <dgm:pt modelId="{E7F0E37F-77DB-476E-BE70-54790AAE897E}" type="pres">
      <dgm:prSet presAssocID="{B86EB3EB-4788-4532-B597-55D4C519EB57}" presName="text" presStyleLbl="node1" presStyleIdx="2" presStyleCnt="5" custScaleX="279562">
        <dgm:presLayoutVars>
          <dgm:bulletEnabled val="1"/>
        </dgm:presLayoutVars>
      </dgm:prSet>
      <dgm:spPr/>
    </dgm:pt>
    <dgm:pt modelId="{354687E0-C5B4-4CAD-994C-36BC07BC61C0}" type="pres">
      <dgm:prSet presAssocID="{6F3FB9D8-7CC2-4E95-AE8C-CF5C1C23C56B}" presName="space" presStyleCnt="0"/>
      <dgm:spPr/>
    </dgm:pt>
    <dgm:pt modelId="{DB7251FB-DEA6-413A-A9DA-3E270573E4FC}" type="pres">
      <dgm:prSet presAssocID="{F5D0919D-00E0-492C-9E4F-943CE0F6DA4B}" presName="text" presStyleLbl="node1" presStyleIdx="3" presStyleCnt="5" custScaleX="265498">
        <dgm:presLayoutVars>
          <dgm:bulletEnabled val="1"/>
        </dgm:presLayoutVars>
      </dgm:prSet>
      <dgm:spPr/>
    </dgm:pt>
    <dgm:pt modelId="{43F64CCE-76C3-4366-ACD6-9C8C3EDCD7D3}" type="pres">
      <dgm:prSet presAssocID="{3B0A5695-799B-4DDE-AB41-13F553E16916}" presName="space" presStyleCnt="0"/>
      <dgm:spPr/>
    </dgm:pt>
    <dgm:pt modelId="{097DEB14-36B3-4A70-93F9-EE03135AB870}" type="pres">
      <dgm:prSet presAssocID="{FCA36694-B6EC-4897-BA6C-4180E33BB1F6}" presName="text" presStyleLbl="node1" presStyleIdx="4" presStyleCnt="5" custScaleX="279562">
        <dgm:presLayoutVars>
          <dgm:bulletEnabled val="1"/>
        </dgm:presLayoutVars>
      </dgm:prSet>
      <dgm:spPr/>
    </dgm:pt>
  </dgm:ptLst>
  <dgm:cxnLst>
    <dgm:cxn modelId="{01DEE517-F643-403E-B204-3C1D6F15A9A2}" type="presOf" srcId="{7EB4F265-1CD0-481E-8BF3-B786282AA722}" destId="{37B9C78E-8A8C-44CF-8FA2-0B53A753B1A6}" srcOrd="0" destOrd="0" presId="urn:diagrams.loki3.com/VaryingWidthList"/>
    <dgm:cxn modelId="{2B8D7C1E-C632-4B1E-A255-8AAB94FD7C03}" type="presOf" srcId="{B86EB3EB-4788-4532-B597-55D4C519EB57}" destId="{E7F0E37F-77DB-476E-BE70-54790AAE897E}" srcOrd="0" destOrd="0" presId="urn:diagrams.loki3.com/VaryingWidthList"/>
    <dgm:cxn modelId="{6A027348-A71F-4234-9E3B-DC9441E47E06}" type="presOf" srcId="{FCA36694-B6EC-4897-BA6C-4180E33BB1F6}" destId="{097DEB14-36B3-4A70-93F9-EE03135AB870}" srcOrd="0" destOrd="0" presId="urn:diagrams.loki3.com/VaryingWidthList"/>
    <dgm:cxn modelId="{10C0AA4F-B5E6-4B5C-87D7-1F6297B44396}" type="presOf" srcId="{F5D0919D-00E0-492C-9E4F-943CE0F6DA4B}" destId="{DB7251FB-DEA6-413A-A9DA-3E270573E4FC}" srcOrd="0" destOrd="0" presId="urn:diagrams.loki3.com/VaryingWidthList"/>
    <dgm:cxn modelId="{3F567650-C12E-4745-8EE9-AD3D929FB75E}" srcId="{7EB4F265-1CD0-481E-8BF3-B786282AA722}" destId="{FD843F96-3264-428D-927A-6A5CBA3C3F2A}" srcOrd="1" destOrd="0" parTransId="{959916D5-CB13-40A9-8284-8CE71D657F3B}" sibTransId="{867939A1-51CD-4B83-9474-1C38018881B6}"/>
    <dgm:cxn modelId="{30836259-2BFD-4806-94B3-1063CA140D41}" srcId="{7EB4F265-1CD0-481E-8BF3-B786282AA722}" destId="{C2BBBD26-38AC-4138-8D66-7AFEBEEDD4DA}" srcOrd="0" destOrd="0" parTransId="{D09B5974-8975-4C0E-AFAE-264390232340}" sibTransId="{BBEA946B-E460-4F96-B233-7FBDAFA53069}"/>
    <dgm:cxn modelId="{261B3884-2078-4EB7-A8EC-C4CA96197044}" srcId="{7EB4F265-1CD0-481E-8BF3-B786282AA722}" destId="{FCA36694-B6EC-4897-BA6C-4180E33BB1F6}" srcOrd="4" destOrd="0" parTransId="{27AEBEE0-BA5B-4B92-B55F-654834A0C69D}" sibTransId="{A82DCCB3-16E9-426B-9217-92DAF247EE11}"/>
    <dgm:cxn modelId="{7676D385-BBF0-4F1E-91D0-E5D7B89108EC}" type="presOf" srcId="{FD843F96-3264-428D-927A-6A5CBA3C3F2A}" destId="{727ABF9E-6006-451C-A1A4-DBF479DBBC83}" srcOrd="0" destOrd="0" presId="urn:diagrams.loki3.com/VaryingWidthList"/>
    <dgm:cxn modelId="{B17ED1AB-08B2-4E75-A0B6-B35E07361A12}" srcId="{7EB4F265-1CD0-481E-8BF3-B786282AA722}" destId="{F5D0919D-00E0-492C-9E4F-943CE0F6DA4B}" srcOrd="3" destOrd="0" parTransId="{F3FB1D09-78BA-4DED-9A01-92592B41EF90}" sibTransId="{3B0A5695-799B-4DDE-AB41-13F553E16916}"/>
    <dgm:cxn modelId="{512066FA-DD08-4BD0-A8B0-7DD096F1AD40}" srcId="{7EB4F265-1CD0-481E-8BF3-B786282AA722}" destId="{B86EB3EB-4788-4532-B597-55D4C519EB57}" srcOrd="2" destOrd="0" parTransId="{2940D513-C949-4D25-98AC-87A6E3D36062}" sibTransId="{6F3FB9D8-7CC2-4E95-AE8C-CF5C1C23C56B}"/>
    <dgm:cxn modelId="{29C7D4FC-7AC7-47D2-8B67-B080230C9899}" type="presOf" srcId="{C2BBBD26-38AC-4138-8D66-7AFEBEEDD4DA}" destId="{30DD00F7-4B19-4995-90E1-827A0409AB1D}" srcOrd="0" destOrd="0" presId="urn:diagrams.loki3.com/VaryingWidthList"/>
    <dgm:cxn modelId="{7FBDED91-D31C-45C0-B035-74F0A9CDC2AA}" type="presParOf" srcId="{37B9C78E-8A8C-44CF-8FA2-0B53A753B1A6}" destId="{30DD00F7-4B19-4995-90E1-827A0409AB1D}" srcOrd="0" destOrd="0" presId="urn:diagrams.loki3.com/VaryingWidthList"/>
    <dgm:cxn modelId="{CD8FF7F1-4401-49CB-96E3-4E60EA4F221B}" type="presParOf" srcId="{37B9C78E-8A8C-44CF-8FA2-0B53A753B1A6}" destId="{3BDDC51D-1510-4C1B-94B8-57ED5817182B}" srcOrd="1" destOrd="0" presId="urn:diagrams.loki3.com/VaryingWidthList"/>
    <dgm:cxn modelId="{D9D49B27-8FA2-4B34-8FD5-38B3C0A64DED}" type="presParOf" srcId="{37B9C78E-8A8C-44CF-8FA2-0B53A753B1A6}" destId="{727ABF9E-6006-451C-A1A4-DBF479DBBC83}" srcOrd="2" destOrd="0" presId="urn:diagrams.loki3.com/VaryingWidthList"/>
    <dgm:cxn modelId="{ED3AAD55-47BD-4DFC-840C-ADFB32129F59}" type="presParOf" srcId="{37B9C78E-8A8C-44CF-8FA2-0B53A753B1A6}" destId="{4DE1C395-7196-4FF0-88B3-D1285D6F3CFD}" srcOrd="3" destOrd="0" presId="urn:diagrams.loki3.com/VaryingWidthList"/>
    <dgm:cxn modelId="{C019B290-540D-4AE2-9A20-640FC018C8B5}" type="presParOf" srcId="{37B9C78E-8A8C-44CF-8FA2-0B53A753B1A6}" destId="{E7F0E37F-77DB-476E-BE70-54790AAE897E}" srcOrd="4" destOrd="0" presId="urn:diagrams.loki3.com/VaryingWidthList"/>
    <dgm:cxn modelId="{BCD0607C-179A-47DD-9249-87B37035C209}" type="presParOf" srcId="{37B9C78E-8A8C-44CF-8FA2-0B53A753B1A6}" destId="{354687E0-C5B4-4CAD-994C-36BC07BC61C0}" srcOrd="5" destOrd="0" presId="urn:diagrams.loki3.com/VaryingWidthList"/>
    <dgm:cxn modelId="{EF16C53E-BFB4-4F3C-B814-BA41E8AC0F42}" type="presParOf" srcId="{37B9C78E-8A8C-44CF-8FA2-0B53A753B1A6}" destId="{DB7251FB-DEA6-413A-A9DA-3E270573E4FC}" srcOrd="6" destOrd="0" presId="urn:diagrams.loki3.com/VaryingWidthList"/>
    <dgm:cxn modelId="{794E8104-B582-48C9-927E-D1A058EA5CEB}" type="presParOf" srcId="{37B9C78E-8A8C-44CF-8FA2-0B53A753B1A6}" destId="{43F64CCE-76C3-4366-ACD6-9C8C3EDCD7D3}" srcOrd="7" destOrd="0" presId="urn:diagrams.loki3.com/VaryingWidthList"/>
    <dgm:cxn modelId="{01ADB809-C553-4299-ACB7-47226BC1CF61}" type="presParOf" srcId="{37B9C78E-8A8C-44CF-8FA2-0B53A753B1A6}" destId="{097DEB14-36B3-4A70-93F9-EE03135AB870}" srcOrd="8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BD5FCD6-3716-4C9E-90B6-939F35DF3620}" type="doc">
      <dgm:prSet loTypeId="urn:microsoft.com/office/officeart/2005/8/layout/pyramid1" loCatId="pyramid" qsTypeId="urn:microsoft.com/office/officeart/2005/8/quickstyle/simple1" qsCatId="simple" csTypeId="urn:microsoft.com/office/officeart/2005/8/colors/colorful1" csCatId="colorful" phldr="1"/>
      <dgm:spPr/>
    </dgm:pt>
    <dgm:pt modelId="{A70C41AB-62EE-4383-9696-51D2CBE17195}">
      <dgm:prSet phldrT="[Text]" custT="1"/>
      <dgm:spPr/>
      <dgm:t>
        <a:bodyPr/>
        <a:lstStyle/>
        <a:p>
          <a:endParaRPr lang="en-US" sz="1800" dirty="0"/>
        </a:p>
        <a:p>
          <a:r>
            <a:rPr lang="en-US" sz="1600" dirty="0" err="1"/>
            <a:t>Direktur</a:t>
          </a:r>
          <a:r>
            <a:rPr lang="en-US" sz="1600" dirty="0"/>
            <a:t> Utama</a:t>
          </a:r>
          <a:endParaRPr lang="en-ID" sz="1600" dirty="0"/>
        </a:p>
      </dgm:t>
    </dgm:pt>
    <dgm:pt modelId="{563738C0-D1A6-497A-A92C-5F24D7F572C6}" type="parTrans" cxnId="{EB19B29F-6670-4945-9353-65BFEDA560AC}">
      <dgm:prSet/>
      <dgm:spPr/>
      <dgm:t>
        <a:bodyPr/>
        <a:lstStyle/>
        <a:p>
          <a:endParaRPr lang="en-ID"/>
        </a:p>
      </dgm:t>
    </dgm:pt>
    <dgm:pt modelId="{25641DE1-AFFE-45CF-B41A-82E7408B05AA}" type="sibTrans" cxnId="{EB19B29F-6670-4945-9353-65BFEDA560AC}">
      <dgm:prSet/>
      <dgm:spPr/>
      <dgm:t>
        <a:bodyPr/>
        <a:lstStyle/>
        <a:p>
          <a:endParaRPr lang="en-ID"/>
        </a:p>
      </dgm:t>
    </dgm:pt>
    <dgm:pt modelId="{AA6423FB-646A-48A1-8D41-3F1F0ED2252A}">
      <dgm:prSet phldrT="[Text]" custT="1"/>
      <dgm:spPr/>
      <dgm:t>
        <a:bodyPr/>
        <a:lstStyle/>
        <a:p>
          <a:r>
            <a:rPr lang="en-US" sz="2400" dirty="0" err="1"/>
            <a:t>Direktur</a:t>
          </a:r>
          <a:r>
            <a:rPr lang="en-US" sz="2400" dirty="0"/>
            <a:t> </a:t>
          </a:r>
          <a:r>
            <a:rPr lang="en-US" sz="2400" dirty="0" err="1"/>
            <a:t>Teknis</a:t>
          </a:r>
          <a:endParaRPr lang="en-ID" sz="2400" dirty="0"/>
        </a:p>
      </dgm:t>
    </dgm:pt>
    <dgm:pt modelId="{6617BE4E-37E8-411A-9374-B366031D5495}" type="parTrans" cxnId="{5594FFCB-3E5F-46DD-A0A7-225988A6F71E}">
      <dgm:prSet/>
      <dgm:spPr/>
      <dgm:t>
        <a:bodyPr/>
        <a:lstStyle/>
        <a:p>
          <a:endParaRPr lang="en-ID"/>
        </a:p>
      </dgm:t>
    </dgm:pt>
    <dgm:pt modelId="{DD129049-0880-446D-9CD6-90665786D555}" type="sibTrans" cxnId="{5594FFCB-3E5F-46DD-A0A7-225988A6F71E}">
      <dgm:prSet/>
      <dgm:spPr/>
      <dgm:t>
        <a:bodyPr/>
        <a:lstStyle/>
        <a:p>
          <a:endParaRPr lang="en-ID"/>
        </a:p>
      </dgm:t>
    </dgm:pt>
    <dgm:pt modelId="{8906869A-698E-4898-AD02-0ACD723904EB}">
      <dgm:prSet phldrT="[Text]" custT="1"/>
      <dgm:spPr/>
      <dgm:t>
        <a:bodyPr/>
        <a:lstStyle/>
        <a:p>
          <a:r>
            <a:rPr lang="en-US" sz="2400" dirty="0"/>
            <a:t>Kepala Satuan Kerja</a:t>
          </a:r>
          <a:endParaRPr lang="en-ID" sz="2000" dirty="0"/>
        </a:p>
      </dgm:t>
    </dgm:pt>
    <dgm:pt modelId="{57217372-5994-4BD5-BEAD-FAB9F093A4BF}" type="parTrans" cxnId="{A6FB6912-ED47-47EE-812C-2B2BEDBA5D5E}">
      <dgm:prSet/>
      <dgm:spPr/>
      <dgm:t>
        <a:bodyPr/>
        <a:lstStyle/>
        <a:p>
          <a:endParaRPr lang="en-ID"/>
        </a:p>
      </dgm:t>
    </dgm:pt>
    <dgm:pt modelId="{B0C076E7-718A-4C8D-99B4-6BB240D13F31}" type="sibTrans" cxnId="{A6FB6912-ED47-47EE-812C-2B2BEDBA5D5E}">
      <dgm:prSet/>
      <dgm:spPr/>
      <dgm:t>
        <a:bodyPr/>
        <a:lstStyle/>
        <a:p>
          <a:endParaRPr lang="en-ID"/>
        </a:p>
      </dgm:t>
    </dgm:pt>
    <dgm:pt modelId="{5879E820-B2E6-4891-8E3D-FBA9081EEF8A}">
      <dgm:prSet phldrT="[Text]" custT="1"/>
      <dgm:spPr/>
      <dgm:t>
        <a:bodyPr/>
        <a:lstStyle/>
        <a:p>
          <a:r>
            <a:rPr lang="en-US" sz="2400" dirty="0"/>
            <a:t>Wakil Kepala Satuan Kerja</a:t>
          </a:r>
          <a:endParaRPr lang="en-ID" sz="2400" dirty="0"/>
        </a:p>
      </dgm:t>
    </dgm:pt>
    <dgm:pt modelId="{C1FCD859-0A0C-4AB1-8752-AF62C9FA5A6A}" type="parTrans" cxnId="{3907F830-BEB8-46F8-9CA5-CAE4FD1265A4}">
      <dgm:prSet/>
      <dgm:spPr/>
      <dgm:t>
        <a:bodyPr/>
        <a:lstStyle/>
        <a:p>
          <a:endParaRPr lang="en-ID"/>
        </a:p>
      </dgm:t>
    </dgm:pt>
    <dgm:pt modelId="{D67B50E5-3269-4B8B-83CC-71C628241E68}" type="sibTrans" cxnId="{3907F830-BEB8-46F8-9CA5-CAE4FD1265A4}">
      <dgm:prSet/>
      <dgm:spPr/>
      <dgm:t>
        <a:bodyPr/>
        <a:lstStyle/>
        <a:p>
          <a:endParaRPr lang="en-ID"/>
        </a:p>
      </dgm:t>
    </dgm:pt>
    <dgm:pt modelId="{7978DF10-5562-46E8-A8F6-C93FD5B9E9EA}">
      <dgm:prSet phldrT="[Text]" custT="1"/>
      <dgm:spPr/>
      <dgm:t>
        <a:bodyPr/>
        <a:lstStyle/>
        <a:p>
          <a:r>
            <a:rPr lang="en-US" sz="2400" dirty="0" err="1"/>
            <a:t>Penanggung</a:t>
          </a:r>
          <a:r>
            <a:rPr lang="en-US" sz="2400" dirty="0"/>
            <a:t> Jawab</a:t>
          </a:r>
          <a:endParaRPr lang="en-ID" sz="2400" dirty="0"/>
        </a:p>
      </dgm:t>
    </dgm:pt>
    <dgm:pt modelId="{46D8E900-CA4E-4877-93DE-C6C778DEFABF}" type="parTrans" cxnId="{F484425C-14BC-4234-ADC2-F8ED44FEC468}">
      <dgm:prSet/>
      <dgm:spPr/>
      <dgm:t>
        <a:bodyPr/>
        <a:lstStyle/>
        <a:p>
          <a:endParaRPr lang="en-ID"/>
        </a:p>
      </dgm:t>
    </dgm:pt>
    <dgm:pt modelId="{D7844743-9DA5-41CB-A2ED-3991FDB6F5B5}" type="sibTrans" cxnId="{F484425C-14BC-4234-ADC2-F8ED44FEC468}">
      <dgm:prSet/>
      <dgm:spPr/>
      <dgm:t>
        <a:bodyPr/>
        <a:lstStyle/>
        <a:p>
          <a:endParaRPr lang="en-ID"/>
        </a:p>
      </dgm:t>
    </dgm:pt>
    <dgm:pt modelId="{250B5289-34F8-48C9-BCFC-FB545B54977F}">
      <dgm:prSet phldrT="[Text]" custT="1"/>
      <dgm:spPr/>
      <dgm:t>
        <a:bodyPr/>
        <a:lstStyle/>
        <a:p>
          <a:r>
            <a:rPr lang="en-US" sz="2400" dirty="0" err="1"/>
            <a:t>Staf</a:t>
          </a:r>
          <a:r>
            <a:rPr lang="en-US" sz="2400" dirty="0"/>
            <a:t> </a:t>
          </a:r>
          <a:r>
            <a:rPr lang="en-US" sz="2400" dirty="0" err="1"/>
            <a:t>Pelaksana</a:t>
          </a:r>
          <a:endParaRPr lang="en-ID" sz="2400" dirty="0"/>
        </a:p>
      </dgm:t>
    </dgm:pt>
    <dgm:pt modelId="{8E644D9A-9FAA-4DF3-9384-4C561A830D28}" type="parTrans" cxnId="{7A26BD1B-764A-44F3-BEBB-327C952F4104}">
      <dgm:prSet/>
      <dgm:spPr/>
      <dgm:t>
        <a:bodyPr/>
        <a:lstStyle/>
        <a:p>
          <a:endParaRPr lang="en-ID"/>
        </a:p>
      </dgm:t>
    </dgm:pt>
    <dgm:pt modelId="{9165A94A-30C9-4A73-B7C6-273AB30BBE1F}" type="sibTrans" cxnId="{7A26BD1B-764A-44F3-BEBB-327C952F4104}">
      <dgm:prSet/>
      <dgm:spPr/>
      <dgm:t>
        <a:bodyPr/>
        <a:lstStyle/>
        <a:p>
          <a:endParaRPr lang="en-ID"/>
        </a:p>
      </dgm:t>
    </dgm:pt>
    <dgm:pt modelId="{3AAD6F1E-7EF9-4D94-BE7D-21FC8F779ABA}" type="pres">
      <dgm:prSet presAssocID="{DBD5FCD6-3716-4C9E-90B6-939F35DF3620}" presName="Name0" presStyleCnt="0">
        <dgm:presLayoutVars>
          <dgm:dir/>
          <dgm:animLvl val="lvl"/>
          <dgm:resizeHandles val="exact"/>
        </dgm:presLayoutVars>
      </dgm:prSet>
      <dgm:spPr/>
    </dgm:pt>
    <dgm:pt modelId="{02C4F504-039B-4339-B301-8D762F15BFB6}" type="pres">
      <dgm:prSet presAssocID="{A70C41AB-62EE-4383-9696-51D2CBE17195}" presName="Name8" presStyleCnt="0"/>
      <dgm:spPr/>
    </dgm:pt>
    <dgm:pt modelId="{C55C9DCA-D275-4948-A82A-EDAD5591250B}" type="pres">
      <dgm:prSet presAssocID="{A70C41AB-62EE-4383-9696-51D2CBE17195}" presName="level" presStyleLbl="node1" presStyleIdx="0" presStyleCnt="6">
        <dgm:presLayoutVars>
          <dgm:chMax val="1"/>
          <dgm:bulletEnabled val="1"/>
        </dgm:presLayoutVars>
      </dgm:prSet>
      <dgm:spPr/>
    </dgm:pt>
    <dgm:pt modelId="{1D3095CB-D8E1-4627-A191-9D977C381F49}" type="pres">
      <dgm:prSet presAssocID="{A70C41AB-62EE-4383-9696-51D2CBE1719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559EBA6-0126-45C1-9E5B-539CCDB04D2D}" type="pres">
      <dgm:prSet presAssocID="{AA6423FB-646A-48A1-8D41-3F1F0ED2252A}" presName="Name8" presStyleCnt="0"/>
      <dgm:spPr/>
    </dgm:pt>
    <dgm:pt modelId="{28B80BCD-FB7C-4CDB-9434-CB16C4C1ED4B}" type="pres">
      <dgm:prSet presAssocID="{AA6423FB-646A-48A1-8D41-3F1F0ED2252A}" presName="level" presStyleLbl="node1" presStyleIdx="1" presStyleCnt="6">
        <dgm:presLayoutVars>
          <dgm:chMax val="1"/>
          <dgm:bulletEnabled val="1"/>
        </dgm:presLayoutVars>
      </dgm:prSet>
      <dgm:spPr/>
    </dgm:pt>
    <dgm:pt modelId="{2A7DAEC3-80A0-49DB-B96A-5D3787F8FF70}" type="pres">
      <dgm:prSet presAssocID="{AA6423FB-646A-48A1-8D41-3F1F0ED2252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CC6B4C6-277A-47C1-AE17-F7F0F9479AC8}" type="pres">
      <dgm:prSet presAssocID="{8906869A-698E-4898-AD02-0ACD723904EB}" presName="Name8" presStyleCnt="0"/>
      <dgm:spPr/>
    </dgm:pt>
    <dgm:pt modelId="{4B5B2A90-0F38-4620-A63A-0179C2AA8110}" type="pres">
      <dgm:prSet presAssocID="{8906869A-698E-4898-AD02-0ACD723904EB}" presName="level" presStyleLbl="node1" presStyleIdx="2" presStyleCnt="6">
        <dgm:presLayoutVars>
          <dgm:chMax val="1"/>
          <dgm:bulletEnabled val="1"/>
        </dgm:presLayoutVars>
      </dgm:prSet>
      <dgm:spPr/>
    </dgm:pt>
    <dgm:pt modelId="{2B667650-88D9-4211-BBE2-B1F108717D34}" type="pres">
      <dgm:prSet presAssocID="{8906869A-698E-4898-AD02-0ACD723904E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DE6B2E5-2D41-4413-B66B-217413C6099F}" type="pres">
      <dgm:prSet presAssocID="{5879E820-B2E6-4891-8E3D-FBA9081EEF8A}" presName="Name8" presStyleCnt="0"/>
      <dgm:spPr/>
    </dgm:pt>
    <dgm:pt modelId="{C76F5812-6C4E-4424-9480-1765C0827EBD}" type="pres">
      <dgm:prSet presAssocID="{5879E820-B2E6-4891-8E3D-FBA9081EEF8A}" presName="level" presStyleLbl="node1" presStyleIdx="3" presStyleCnt="6">
        <dgm:presLayoutVars>
          <dgm:chMax val="1"/>
          <dgm:bulletEnabled val="1"/>
        </dgm:presLayoutVars>
      </dgm:prSet>
      <dgm:spPr/>
    </dgm:pt>
    <dgm:pt modelId="{70C222DF-4D13-4E89-8F03-59F5DE10322D}" type="pres">
      <dgm:prSet presAssocID="{5879E820-B2E6-4891-8E3D-FBA9081EEF8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FB5DE5E-07EA-48C6-B9BE-B1DDF1A80367}" type="pres">
      <dgm:prSet presAssocID="{7978DF10-5562-46E8-A8F6-C93FD5B9E9EA}" presName="Name8" presStyleCnt="0"/>
      <dgm:spPr/>
    </dgm:pt>
    <dgm:pt modelId="{105D6E6F-7210-41B8-81AF-D952B68F52B1}" type="pres">
      <dgm:prSet presAssocID="{7978DF10-5562-46E8-A8F6-C93FD5B9E9EA}" presName="level" presStyleLbl="node1" presStyleIdx="4" presStyleCnt="6">
        <dgm:presLayoutVars>
          <dgm:chMax val="1"/>
          <dgm:bulletEnabled val="1"/>
        </dgm:presLayoutVars>
      </dgm:prSet>
      <dgm:spPr/>
    </dgm:pt>
    <dgm:pt modelId="{A378EAC1-2B5E-418E-9CB6-023709E6C655}" type="pres">
      <dgm:prSet presAssocID="{7978DF10-5562-46E8-A8F6-C93FD5B9E9E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C4F04DD-0034-4F8D-A982-D2027D06F9F7}" type="pres">
      <dgm:prSet presAssocID="{250B5289-34F8-48C9-BCFC-FB545B54977F}" presName="Name8" presStyleCnt="0"/>
      <dgm:spPr/>
    </dgm:pt>
    <dgm:pt modelId="{FFB50638-F3EF-419E-BFB8-66FCEACEE60D}" type="pres">
      <dgm:prSet presAssocID="{250B5289-34F8-48C9-BCFC-FB545B54977F}" presName="level" presStyleLbl="node1" presStyleIdx="5" presStyleCnt="6">
        <dgm:presLayoutVars>
          <dgm:chMax val="1"/>
          <dgm:bulletEnabled val="1"/>
        </dgm:presLayoutVars>
      </dgm:prSet>
      <dgm:spPr/>
    </dgm:pt>
    <dgm:pt modelId="{D9D836CA-145E-4087-A6F1-301F3695359D}" type="pres">
      <dgm:prSet presAssocID="{250B5289-34F8-48C9-BCFC-FB545B54977F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A6FB6912-ED47-47EE-812C-2B2BEDBA5D5E}" srcId="{DBD5FCD6-3716-4C9E-90B6-939F35DF3620}" destId="{8906869A-698E-4898-AD02-0ACD723904EB}" srcOrd="2" destOrd="0" parTransId="{57217372-5994-4BD5-BEAD-FAB9F093A4BF}" sibTransId="{B0C076E7-718A-4C8D-99B4-6BB240D13F31}"/>
    <dgm:cxn modelId="{F1BDB913-6364-4E46-86CC-7634E17AEC2A}" type="presOf" srcId="{5879E820-B2E6-4891-8E3D-FBA9081EEF8A}" destId="{C76F5812-6C4E-4424-9480-1765C0827EBD}" srcOrd="0" destOrd="0" presId="urn:microsoft.com/office/officeart/2005/8/layout/pyramid1"/>
    <dgm:cxn modelId="{666F0617-E771-4CF8-9D5B-C70D5AD2E9CD}" type="presOf" srcId="{8906869A-698E-4898-AD02-0ACD723904EB}" destId="{2B667650-88D9-4211-BBE2-B1F108717D34}" srcOrd="1" destOrd="0" presId="urn:microsoft.com/office/officeart/2005/8/layout/pyramid1"/>
    <dgm:cxn modelId="{7A26BD1B-764A-44F3-BEBB-327C952F4104}" srcId="{DBD5FCD6-3716-4C9E-90B6-939F35DF3620}" destId="{250B5289-34F8-48C9-BCFC-FB545B54977F}" srcOrd="5" destOrd="0" parTransId="{8E644D9A-9FAA-4DF3-9384-4C561A830D28}" sibTransId="{9165A94A-30C9-4A73-B7C6-273AB30BBE1F}"/>
    <dgm:cxn modelId="{3907F830-BEB8-46F8-9CA5-CAE4FD1265A4}" srcId="{DBD5FCD6-3716-4C9E-90B6-939F35DF3620}" destId="{5879E820-B2E6-4891-8E3D-FBA9081EEF8A}" srcOrd="3" destOrd="0" parTransId="{C1FCD859-0A0C-4AB1-8752-AF62C9FA5A6A}" sibTransId="{D67B50E5-3269-4B8B-83CC-71C628241E68}"/>
    <dgm:cxn modelId="{F484425C-14BC-4234-ADC2-F8ED44FEC468}" srcId="{DBD5FCD6-3716-4C9E-90B6-939F35DF3620}" destId="{7978DF10-5562-46E8-A8F6-C93FD5B9E9EA}" srcOrd="4" destOrd="0" parTransId="{46D8E900-CA4E-4877-93DE-C6C778DEFABF}" sibTransId="{D7844743-9DA5-41CB-A2ED-3991FDB6F5B5}"/>
    <dgm:cxn modelId="{10D0305F-2DE4-498B-B6FC-855C44E076B8}" type="presOf" srcId="{DBD5FCD6-3716-4C9E-90B6-939F35DF3620}" destId="{3AAD6F1E-7EF9-4D94-BE7D-21FC8F779ABA}" srcOrd="0" destOrd="0" presId="urn:microsoft.com/office/officeart/2005/8/layout/pyramid1"/>
    <dgm:cxn modelId="{3D8DBE61-F9A0-462D-AFA8-0B23FB65E9EF}" type="presOf" srcId="{7978DF10-5562-46E8-A8F6-C93FD5B9E9EA}" destId="{105D6E6F-7210-41B8-81AF-D952B68F52B1}" srcOrd="0" destOrd="0" presId="urn:microsoft.com/office/officeart/2005/8/layout/pyramid1"/>
    <dgm:cxn modelId="{2B69D942-12ED-41C6-B72C-28DB817D0AB4}" type="presOf" srcId="{250B5289-34F8-48C9-BCFC-FB545B54977F}" destId="{D9D836CA-145E-4087-A6F1-301F3695359D}" srcOrd="1" destOrd="0" presId="urn:microsoft.com/office/officeart/2005/8/layout/pyramid1"/>
    <dgm:cxn modelId="{8D691649-9CB3-4EED-B605-7552548F1523}" type="presOf" srcId="{A70C41AB-62EE-4383-9696-51D2CBE17195}" destId="{C55C9DCA-D275-4948-A82A-EDAD5591250B}" srcOrd="0" destOrd="0" presId="urn:microsoft.com/office/officeart/2005/8/layout/pyramid1"/>
    <dgm:cxn modelId="{97D51777-98FD-4B62-8AF7-FB01067AE890}" type="presOf" srcId="{7978DF10-5562-46E8-A8F6-C93FD5B9E9EA}" destId="{A378EAC1-2B5E-418E-9CB6-023709E6C655}" srcOrd="1" destOrd="0" presId="urn:microsoft.com/office/officeart/2005/8/layout/pyramid1"/>
    <dgm:cxn modelId="{FA9E1299-F601-4FE0-BD4C-5E544A0DC08E}" type="presOf" srcId="{A70C41AB-62EE-4383-9696-51D2CBE17195}" destId="{1D3095CB-D8E1-4627-A191-9D977C381F49}" srcOrd="1" destOrd="0" presId="urn:microsoft.com/office/officeart/2005/8/layout/pyramid1"/>
    <dgm:cxn modelId="{45CDEA9E-C00D-40B0-A464-01783B572D7B}" type="presOf" srcId="{AA6423FB-646A-48A1-8D41-3F1F0ED2252A}" destId="{2A7DAEC3-80A0-49DB-B96A-5D3787F8FF70}" srcOrd="1" destOrd="0" presId="urn:microsoft.com/office/officeart/2005/8/layout/pyramid1"/>
    <dgm:cxn modelId="{EB19B29F-6670-4945-9353-65BFEDA560AC}" srcId="{DBD5FCD6-3716-4C9E-90B6-939F35DF3620}" destId="{A70C41AB-62EE-4383-9696-51D2CBE17195}" srcOrd="0" destOrd="0" parTransId="{563738C0-D1A6-497A-A92C-5F24D7F572C6}" sibTransId="{25641DE1-AFFE-45CF-B41A-82E7408B05AA}"/>
    <dgm:cxn modelId="{7022D0AF-9527-4406-9614-867FF6B571F9}" type="presOf" srcId="{250B5289-34F8-48C9-BCFC-FB545B54977F}" destId="{FFB50638-F3EF-419E-BFB8-66FCEACEE60D}" srcOrd="0" destOrd="0" presId="urn:microsoft.com/office/officeart/2005/8/layout/pyramid1"/>
    <dgm:cxn modelId="{35FA6FB9-7069-49C1-AF77-D689BFC1CAC2}" type="presOf" srcId="{5879E820-B2E6-4891-8E3D-FBA9081EEF8A}" destId="{70C222DF-4D13-4E89-8F03-59F5DE10322D}" srcOrd="1" destOrd="0" presId="urn:microsoft.com/office/officeart/2005/8/layout/pyramid1"/>
    <dgm:cxn modelId="{0848B7C1-428B-4AE7-A887-4B361CDFF1AE}" type="presOf" srcId="{8906869A-698E-4898-AD02-0ACD723904EB}" destId="{4B5B2A90-0F38-4620-A63A-0179C2AA8110}" srcOrd="0" destOrd="0" presId="urn:microsoft.com/office/officeart/2005/8/layout/pyramid1"/>
    <dgm:cxn modelId="{5594FFCB-3E5F-46DD-A0A7-225988A6F71E}" srcId="{DBD5FCD6-3716-4C9E-90B6-939F35DF3620}" destId="{AA6423FB-646A-48A1-8D41-3F1F0ED2252A}" srcOrd="1" destOrd="0" parTransId="{6617BE4E-37E8-411A-9374-B366031D5495}" sibTransId="{DD129049-0880-446D-9CD6-90665786D555}"/>
    <dgm:cxn modelId="{6ABC43FE-7495-4FE7-85D2-98A29D9C51F1}" type="presOf" srcId="{AA6423FB-646A-48A1-8D41-3F1F0ED2252A}" destId="{28B80BCD-FB7C-4CDB-9434-CB16C4C1ED4B}" srcOrd="0" destOrd="0" presId="urn:microsoft.com/office/officeart/2005/8/layout/pyramid1"/>
    <dgm:cxn modelId="{65526235-5429-4CC5-9901-85C0AF205B5D}" type="presParOf" srcId="{3AAD6F1E-7EF9-4D94-BE7D-21FC8F779ABA}" destId="{02C4F504-039B-4339-B301-8D762F15BFB6}" srcOrd="0" destOrd="0" presId="urn:microsoft.com/office/officeart/2005/8/layout/pyramid1"/>
    <dgm:cxn modelId="{DF2DCC9C-408C-4108-BB2B-7C0535577F4A}" type="presParOf" srcId="{02C4F504-039B-4339-B301-8D762F15BFB6}" destId="{C55C9DCA-D275-4948-A82A-EDAD5591250B}" srcOrd="0" destOrd="0" presId="urn:microsoft.com/office/officeart/2005/8/layout/pyramid1"/>
    <dgm:cxn modelId="{1E654E14-CE08-4503-9566-5C0E1830EFE2}" type="presParOf" srcId="{02C4F504-039B-4339-B301-8D762F15BFB6}" destId="{1D3095CB-D8E1-4627-A191-9D977C381F49}" srcOrd="1" destOrd="0" presId="urn:microsoft.com/office/officeart/2005/8/layout/pyramid1"/>
    <dgm:cxn modelId="{E9A4E607-0E2C-4C4A-B558-7950DB426172}" type="presParOf" srcId="{3AAD6F1E-7EF9-4D94-BE7D-21FC8F779ABA}" destId="{D559EBA6-0126-45C1-9E5B-539CCDB04D2D}" srcOrd="1" destOrd="0" presId="urn:microsoft.com/office/officeart/2005/8/layout/pyramid1"/>
    <dgm:cxn modelId="{0E885C65-8DB4-4323-8159-88075855D749}" type="presParOf" srcId="{D559EBA6-0126-45C1-9E5B-539CCDB04D2D}" destId="{28B80BCD-FB7C-4CDB-9434-CB16C4C1ED4B}" srcOrd="0" destOrd="0" presId="urn:microsoft.com/office/officeart/2005/8/layout/pyramid1"/>
    <dgm:cxn modelId="{6C1F1222-CC11-4565-9E84-DF7D23191203}" type="presParOf" srcId="{D559EBA6-0126-45C1-9E5B-539CCDB04D2D}" destId="{2A7DAEC3-80A0-49DB-B96A-5D3787F8FF70}" srcOrd="1" destOrd="0" presId="urn:microsoft.com/office/officeart/2005/8/layout/pyramid1"/>
    <dgm:cxn modelId="{7E9723E4-0FFB-46D3-A6D2-CA0EDE97ADAE}" type="presParOf" srcId="{3AAD6F1E-7EF9-4D94-BE7D-21FC8F779ABA}" destId="{ECC6B4C6-277A-47C1-AE17-F7F0F9479AC8}" srcOrd="2" destOrd="0" presId="urn:microsoft.com/office/officeart/2005/8/layout/pyramid1"/>
    <dgm:cxn modelId="{D819B008-5FB8-4781-8607-BE6C63ED68BF}" type="presParOf" srcId="{ECC6B4C6-277A-47C1-AE17-F7F0F9479AC8}" destId="{4B5B2A90-0F38-4620-A63A-0179C2AA8110}" srcOrd="0" destOrd="0" presId="urn:microsoft.com/office/officeart/2005/8/layout/pyramid1"/>
    <dgm:cxn modelId="{547EE2A3-E20F-436B-B3F8-DCF4CC405A1B}" type="presParOf" srcId="{ECC6B4C6-277A-47C1-AE17-F7F0F9479AC8}" destId="{2B667650-88D9-4211-BBE2-B1F108717D34}" srcOrd="1" destOrd="0" presId="urn:microsoft.com/office/officeart/2005/8/layout/pyramid1"/>
    <dgm:cxn modelId="{75C7AB49-4A32-4F6A-8519-F5860DF8704A}" type="presParOf" srcId="{3AAD6F1E-7EF9-4D94-BE7D-21FC8F779ABA}" destId="{2DE6B2E5-2D41-4413-B66B-217413C6099F}" srcOrd="3" destOrd="0" presId="urn:microsoft.com/office/officeart/2005/8/layout/pyramid1"/>
    <dgm:cxn modelId="{307377CC-8F64-4EE8-A404-188BB5C27FBA}" type="presParOf" srcId="{2DE6B2E5-2D41-4413-B66B-217413C6099F}" destId="{C76F5812-6C4E-4424-9480-1765C0827EBD}" srcOrd="0" destOrd="0" presId="urn:microsoft.com/office/officeart/2005/8/layout/pyramid1"/>
    <dgm:cxn modelId="{39D4BA23-438F-4BC2-95A0-87EFB3A4AAC7}" type="presParOf" srcId="{2DE6B2E5-2D41-4413-B66B-217413C6099F}" destId="{70C222DF-4D13-4E89-8F03-59F5DE10322D}" srcOrd="1" destOrd="0" presId="urn:microsoft.com/office/officeart/2005/8/layout/pyramid1"/>
    <dgm:cxn modelId="{AD7EF9AB-D2FC-45CE-B719-9CC09B09FD6C}" type="presParOf" srcId="{3AAD6F1E-7EF9-4D94-BE7D-21FC8F779ABA}" destId="{BFB5DE5E-07EA-48C6-B9BE-B1DDF1A80367}" srcOrd="4" destOrd="0" presId="urn:microsoft.com/office/officeart/2005/8/layout/pyramid1"/>
    <dgm:cxn modelId="{CF728C97-E419-4F4B-8007-83EC94F3E643}" type="presParOf" srcId="{BFB5DE5E-07EA-48C6-B9BE-B1DDF1A80367}" destId="{105D6E6F-7210-41B8-81AF-D952B68F52B1}" srcOrd="0" destOrd="0" presId="urn:microsoft.com/office/officeart/2005/8/layout/pyramid1"/>
    <dgm:cxn modelId="{DD016F45-09C2-4643-A736-CD3C2E509A99}" type="presParOf" srcId="{BFB5DE5E-07EA-48C6-B9BE-B1DDF1A80367}" destId="{A378EAC1-2B5E-418E-9CB6-023709E6C655}" srcOrd="1" destOrd="0" presId="urn:microsoft.com/office/officeart/2005/8/layout/pyramid1"/>
    <dgm:cxn modelId="{35BFD770-9D89-4C6D-B5DC-E13A04AD0450}" type="presParOf" srcId="{3AAD6F1E-7EF9-4D94-BE7D-21FC8F779ABA}" destId="{8C4F04DD-0034-4F8D-A982-D2027D06F9F7}" srcOrd="5" destOrd="0" presId="urn:microsoft.com/office/officeart/2005/8/layout/pyramid1"/>
    <dgm:cxn modelId="{4098819B-1724-4B44-A25A-88F7A9D26BCB}" type="presParOf" srcId="{8C4F04DD-0034-4F8D-A982-D2027D06F9F7}" destId="{FFB50638-F3EF-419E-BFB8-66FCEACEE60D}" srcOrd="0" destOrd="0" presId="urn:microsoft.com/office/officeart/2005/8/layout/pyramid1"/>
    <dgm:cxn modelId="{9361A12B-6D99-460A-BEE4-F1C68E3E777C}" type="presParOf" srcId="{8C4F04DD-0034-4F8D-A982-D2027D06F9F7}" destId="{D9D836CA-145E-4087-A6F1-301F3695359D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233024-9668-47B9-819E-EAA7A8CE3B32}">
      <dsp:nvSpPr>
        <dsp:cNvPr id="0" name=""/>
        <dsp:cNvSpPr/>
      </dsp:nvSpPr>
      <dsp:spPr>
        <a:xfrm>
          <a:off x="156546" y="817452"/>
          <a:ext cx="3693156" cy="115411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718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nn-NO" sz="2400" kern="1200" dirty="0"/>
            <a:t>Identifikasi Format Indeks Kinerja Individu</a:t>
          </a:r>
          <a:endParaRPr lang="en-ID" sz="2400" kern="1200" dirty="0"/>
        </a:p>
      </dsp:txBody>
      <dsp:txXfrm>
        <a:off x="156546" y="817452"/>
        <a:ext cx="3693156" cy="1154111"/>
      </dsp:txXfrm>
    </dsp:sp>
    <dsp:sp modelId="{9F34BED6-FDDB-4FF7-BC35-6C6B85143E93}">
      <dsp:nvSpPr>
        <dsp:cNvPr id="0" name=""/>
        <dsp:cNvSpPr/>
      </dsp:nvSpPr>
      <dsp:spPr>
        <a:xfrm>
          <a:off x="2664" y="650747"/>
          <a:ext cx="807877" cy="12118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1B8785-D925-41D3-ACC1-ABDC67887DA4}">
      <dsp:nvSpPr>
        <dsp:cNvPr id="0" name=""/>
        <dsp:cNvSpPr/>
      </dsp:nvSpPr>
      <dsp:spPr>
        <a:xfrm>
          <a:off x="4270541" y="817452"/>
          <a:ext cx="3693156" cy="115411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718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n-NO" sz="2400" kern="1200"/>
            <a:t>Identifikasi Kelompok jabatan</a:t>
          </a:r>
          <a:endParaRPr lang="nn-NO" sz="2400" kern="1200" dirty="0"/>
        </a:p>
      </dsp:txBody>
      <dsp:txXfrm>
        <a:off x="4270541" y="817452"/>
        <a:ext cx="3693156" cy="1154111"/>
      </dsp:txXfrm>
    </dsp:sp>
    <dsp:sp modelId="{38D95BAE-99F2-4563-A0A9-5A6F24092EC0}">
      <dsp:nvSpPr>
        <dsp:cNvPr id="0" name=""/>
        <dsp:cNvSpPr/>
      </dsp:nvSpPr>
      <dsp:spPr>
        <a:xfrm>
          <a:off x="4116660" y="650747"/>
          <a:ext cx="807877" cy="1211816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73D01B-A707-4D7F-86B7-710602051772}">
      <dsp:nvSpPr>
        <dsp:cNvPr id="0" name=""/>
        <dsp:cNvSpPr/>
      </dsp:nvSpPr>
      <dsp:spPr>
        <a:xfrm>
          <a:off x="156546" y="2270350"/>
          <a:ext cx="3693156" cy="115411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718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n-NO" sz="2400" kern="1200"/>
            <a:t>Identifikasi Sumber Data</a:t>
          </a:r>
          <a:endParaRPr lang="nn-NO" sz="2400" kern="1200" dirty="0"/>
        </a:p>
      </dsp:txBody>
      <dsp:txXfrm>
        <a:off x="156546" y="2270350"/>
        <a:ext cx="3693156" cy="1154111"/>
      </dsp:txXfrm>
    </dsp:sp>
    <dsp:sp modelId="{1242FFAE-D9BF-41EF-A6D6-C14BE3B9BB0C}">
      <dsp:nvSpPr>
        <dsp:cNvPr id="0" name=""/>
        <dsp:cNvSpPr/>
      </dsp:nvSpPr>
      <dsp:spPr>
        <a:xfrm>
          <a:off x="2664" y="2103645"/>
          <a:ext cx="807877" cy="1211816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C3597-38BC-4BB5-AF92-543DB61E3EAC}">
      <dsp:nvSpPr>
        <dsp:cNvPr id="0" name=""/>
        <dsp:cNvSpPr/>
      </dsp:nvSpPr>
      <dsp:spPr>
        <a:xfrm>
          <a:off x="4270541" y="2270350"/>
          <a:ext cx="3693156" cy="115411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718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n-NO" sz="2400" kern="1200" dirty="0"/>
            <a:t>Identifikasi Rekapitulasi Data</a:t>
          </a:r>
        </a:p>
      </dsp:txBody>
      <dsp:txXfrm>
        <a:off x="4270541" y="2270350"/>
        <a:ext cx="3693156" cy="1154111"/>
      </dsp:txXfrm>
    </dsp:sp>
    <dsp:sp modelId="{E2D3EE81-4E0F-4355-9283-5989AD0684E9}">
      <dsp:nvSpPr>
        <dsp:cNvPr id="0" name=""/>
        <dsp:cNvSpPr/>
      </dsp:nvSpPr>
      <dsp:spPr>
        <a:xfrm>
          <a:off x="4116660" y="2103645"/>
          <a:ext cx="807877" cy="1211816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6E1002-5D49-416F-8B33-8FA19C2F008D}">
      <dsp:nvSpPr>
        <dsp:cNvPr id="0" name=""/>
        <dsp:cNvSpPr/>
      </dsp:nvSpPr>
      <dsp:spPr>
        <a:xfrm>
          <a:off x="2213544" y="3723248"/>
          <a:ext cx="3693156" cy="115411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1718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n-NO" sz="2400" kern="1200"/>
            <a:t>Identifikasi Metode Validasi</a:t>
          </a:r>
          <a:endParaRPr lang="nn-NO" sz="2400" kern="1200" dirty="0"/>
        </a:p>
      </dsp:txBody>
      <dsp:txXfrm>
        <a:off x="2213544" y="3723248"/>
        <a:ext cx="3693156" cy="1154111"/>
      </dsp:txXfrm>
    </dsp:sp>
    <dsp:sp modelId="{09CE0360-38F6-4834-8501-EDB9065D4380}">
      <dsp:nvSpPr>
        <dsp:cNvPr id="0" name=""/>
        <dsp:cNvSpPr/>
      </dsp:nvSpPr>
      <dsp:spPr>
        <a:xfrm>
          <a:off x="2059662" y="3556543"/>
          <a:ext cx="807877" cy="1211816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l="-75000" r="-7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D1845-E6CE-4707-A3C9-7BBA9151D6F9}">
      <dsp:nvSpPr>
        <dsp:cNvPr id="0" name=""/>
        <dsp:cNvSpPr/>
      </dsp:nvSpPr>
      <dsp:spPr>
        <a:xfrm>
          <a:off x="361676" y="-525384"/>
          <a:ext cx="2437877" cy="2043454"/>
        </a:xfrm>
        <a:prstGeom prst="pie">
          <a:avLst>
            <a:gd name="adj1" fmla="val 16200000"/>
            <a:gd name="adj2" fmla="val 18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Arial" panose="020B0604020202020204" pitchFamily="34" charset="0"/>
              <a:cs typeface="Arial" panose="020B0604020202020204" pitchFamily="34" charset="0"/>
            </a:rPr>
            <a:t>PERILAKU</a:t>
          </a:r>
          <a:endParaRPr lang="en-ID" sz="12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687126" y="-148318"/>
        <a:ext cx="827136" cy="681151"/>
      </dsp:txXfrm>
    </dsp:sp>
    <dsp:sp modelId="{4D91D8AA-FC84-4FD1-AEED-35AA45889968}">
      <dsp:nvSpPr>
        <dsp:cNvPr id="0" name=""/>
        <dsp:cNvSpPr/>
      </dsp:nvSpPr>
      <dsp:spPr>
        <a:xfrm>
          <a:off x="288306" y="-447107"/>
          <a:ext cx="2437877" cy="2043454"/>
        </a:xfrm>
        <a:prstGeom prst="pie">
          <a:avLst>
            <a:gd name="adj1" fmla="val 1800000"/>
            <a:gd name="adj2" fmla="val 9000000"/>
          </a:avLst>
        </a:prstGeom>
        <a:solidFill>
          <a:schemeClr val="accent3">
            <a:hueOff val="2071352"/>
            <a:satOff val="-3746"/>
            <a:lumOff val="25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Arial" panose="020B0604020202020204" pitchFamily="34" charset="0"/>
              <a:cs typeface="Arial" panose="020B0604020202020204" pitchFamily="34" charset="0"/>
            </a:rPr>
            <a:t>KUANTITAS</a:t>
          </a:r>
          <a:endParaRPr lang="en-ID" sz="12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55820" y="842215"/>
        <a:ext cx="1102849" cy="632497"/>
      </dsp:txXfrm>
    </dsp:sp>
    <dsp:sp modelId="{BE56BC90-9397-400A-B938-5F739BE3F2FF}">
      <dsp:nvSpPr>
        <dsp:cNvPr id="0" name=""/>
        <dsp:cNvSpPr/>
      </dsp:nvSpPr>
      <dsp:spPr>
        <a:xfrm>
          <a:off x="247538" y="-525379"/>
          <a:ext cx="2437877" cy="2043454"/>
        </a:xfrm>
        <a:prstGeom prst="pie">
          <a:avLst>
            <a:gd name="adj1" fmla="val 9000000"/>
            <a:gd name="adj2" fmla="val 16200000"/>
          </a:avLst>
        </a:prstGeom>
        <a:solidFill>
          <a:schemeClr val="accent3">
            <a:hueOff val="4142704"/>
            <a:satOff val="-7491"/>
            <a:lumOff val="509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Arial" panose="020B0604020202020204" pitchFamily="34" charset="0"/>
              <a:cs typeface="Arial" panose="020B0604020202020204" pitchFamily="34" charset="0"/>
            </a:rPr>
            <a:t>KUALITAS</a:t>
          </a:r>
          <a:endParaRPr lang="en-ID" sz="12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8740" y="-123986"/>
        <a:ext cx="827136" cy="6811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917501-1E52-4C7A-9060-47A180C9A8C2}">
      <dsp:nvSpPr>
        <dsp:cNvPr id="0" name=""/>
        <dsp:cNvSpPr/>
      </dsp:nvSpPr>
      <dsp:spPr>
        <a:xfrm>
          <a:off x="4305" y="1170445"/>
          <a:ext cx="1650531" cy="66021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MEDIK SPESIALIS</a:t>
          </a:r>
          <a:endParaRPr lang="en-ID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05" y="1170445"/>
        <a:ext cx="1650531" cy="660212"/>
      </dsp:txXfrm>
    </dsp:sp>
    <dsp:sp modelId="{2B0DC5D8-C530-4F3D-8379-45B4F5F7F428}">
      <dsp:nvSpPr>
        <dsp:cNvPr id="0" name=""/>
        <dsp:cNvSpPr/>
      </dsp:nvSpPr>
      <dsp:spPr>
        <a:xfrm>
          <a:off x="4305" y="1830657"/>
          <a:ext cx="1650531" cy="281088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dan Pendidikan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Non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342900" lvl="2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Kualitas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342900" lvl="2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§"/>
          </a:pP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Perilaku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05" y="1830657"/>
        <a:ext cx="1650531" cy="2810880"/>
      </dsp:txXfrm>
    </dsp:sp>
    <dsp:sp modelId="{2E77F1D7-96F7-450D-933C-8FB5A9DD543C}">
      <dsp:nvSpPr>
        <dsp:cNvPr id="0" name=""/>
        <dsp:cNvSpPr/>
      </dsp:nvSpPr>
      <dsp:spPr>
        <a:xfrm>
          <a:off x="1885911" y="1170445"/>
          <a:ext cx="1650531" cy="660212"/>
        </a:xfrm>
        <a:prstGeom prst="rect">
          <a:avLst/>
        </a:prstGeom>
        <a:solidFill>
          <a:schemeClr val="accent5">
            <a:hueOff val="-4607364"/>
            <a:satOff val="5156"/>
            <a:lumOff val="294"/>
            <a:alphaOff val="0"/>
          </a:schemeClr>
        </a:solidFill>
        <a:ln w="19050" cap="flat" cmpd="sng" algn="ctr">
          <a:solidFill>
            <a:schemeClr val="accent5">
              <a:hueOff val="-4607364"/>
              <a:satOff val="5156"/>
              <a:lumOff val="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MEDIK</a:t>
          </a:r>
          <a:endParaRPr lang="en-ID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85911" y="1170445"/>
        <a:ext cx="1650531" cy="660212"/>
      </dsp:txXfrm>
    </dsp:sp>
    <dsp:sp modelId="{F4A38541-B35B-411D-A36E-AD42CAAC9088}">
      <dsp:nvSpPr>
        <dsp:cNvPr id="0" name=""/>
        <dsp:cNvSpPr/>
      </dsp:nvSpPr>
      <dsp:spPr>
        <a:xfrm>
          <a:off x="1885911" y="1830657"/>
          <a:ext cx="1650531" cy="2810880"/>
        </a:xfrm>
        <a:prstGeom prst="rect">
          <a:avLst/>
        </a:prstGeom>
        <a:solidFill>
          <a:schemeClr val="accent5">
            <a:tint val="40000"/>
            <a:alpha val="90000"/>
            <a:hueOff val="-4825286"/>
            <a:satOff val="5246"/>
            <a:lumOff val="319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4825286"/>
              <a:satOff val="5246"/>
              <a:lumOff val="3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Kuantitas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Kualitas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Perilaku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85911" y="1830657"/>
        <a:ext cx="1650531" cy="2810880"/>
      </dsp:txXfrm>
    </dsp:sp>
    <dsp:sp modelId="{97DB89A9-96A4-496C-B93F-C81D24CF8B3B}">
      <dsp:nvSpPr>
        <dsp:cNvPr id="0" name=""/>
        <dsp:cNvSpPr/>
      </dsp:nvSpPr>
      <dsp:spPr>
        <a:xfrm>
          <a:off x="3767516" y="1170445"/>
          <a:ext cx="1650531" cy="660212"/>
        </a:xfrm>
        <a:prstGeom prst="rect">
          <a:avLst/>
        </a:prstGeom>
        <a:solidFill>
          <a:schemeClr val="accent5">
            <a:hueOff val="-9214729"/>
            <a:satOff val="10313"/>
            <a:lumOff val="589"/>
            <a:alphaOff val="0"/>
          </a:schemeClr>
        </a:solidFill>
        <a:ln w="19050" cap="flat" cmpd="sng" algn="ctr">
          <a:solidFill>
            <a:schemeClr val="accent5">
              <a:hueOff val="-9214729"/>
              <a:satOff val="10313"/>
              <a:lumOff val="5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PERAWAT</a:t>
          </a:r>
          <a:endParaRPr lang="en-ID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67516" y="1170445"/>
        <a:ext cx="1650531" cy="660212"/>
      </dsp:txXfrm>
    </dsp:sp>
    <dsp:sp modelId="{1955D8DA-B753-454D-8700-03D68B0AF688}">
      <dsp:nvSpPr>
        <dsp:cNvPr id="0" name=""/>
        <dsp:cNvSpPr/>
      </dsp:nvSpPr>
      <dsp:spPr>
        <a:xfrm>
          <a:off x="3767516" y="1830657"/>
          <a:ext cx="1650531" cy="2810880"/>
        </a:xfrm>
        <a:prstGeom prst="rect">
          <a:avLst/>
        </a:prstGeom>
        <a:solidFill>
          <a:schemeClr val="accent5">
            <a:tint val="40000"/>
            <a:alpha val="90000"/>
            <a:hueOff val="-9650572"/>
            <a:satOff val="10493"/>
            <a:lumOff val="637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9650572"/>
              <a:satOff val="10493"/>
              <a:lumOff val="6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Kuantitas</a:t>
          </a:r>
          <a:endParaRPr lang="en-ID" sz="1600" kern="1200" dirty="0"/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Kualitas</a:t>
          </a:r>
          <a:endParaRPr lang="en-ID" sz="1600" kern="1200" dirty="0"/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Perilaku</a:t>
          </a:r>
          <a:endParaRPr lang="en-ID" sz="1600" kern="1200" dirty="0"/>
        </a:p>
      </dsp:txBody>
      <dsp:txXfrm>
        <a:off x="3767516" y="1830657"/>
        <a:ext cx="1650531" cy="2810880"/>
      </dsp:txXfrm>
    </dsp:sp>
    <dsp:sp modelId="{338A0CBD-0985-45A6-A7FC-F15D75D74678}">
      <dsp:nvSpPr>
        <dsp:cNvPr id="0" name=""/>
        <dsp:cNvSpPr/>
      </dsp:nvSpPr>
      <dsp:spPr>
        <a:xfrm>
          <a:off x="5649121" y="1170445"/>
          <a:ext cx="1650531" cy="660212"/>
        </a:xfrm>
        <a:prstGeom prst="rect">
          <a:avLst/>
        </a:prstGeom>
        <a:solidFill>
          <a:schemeClr val="accent5">
            <a:hueOff val="-13822094"/>
            <a:satOff val="15469"/>
            <a:lumOff val="883"/>
            <a:alphaOff val="0"/>
          </a:schemeClr>
        </a:solidFill>
        <a:ln w="19050" cap="flat" cmpd="sng" algn="ctr">
          <a:solidFill>
            <a:schemeClr val="accent5">
              <a:hueOff val="-13822094"/>
              <a:satOff val="15469"/>
              <a:lumOff val="8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TENAGA KESEHATAN LAIN</a:t>
          </a:r>
          <a:endParaRPr lang="en-ID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649121" y="1170445"/>
        <a:ext cx="1650531" cy="660212"/>
      </dsp:txXfrm>
    </dsp:sp>
    <dsp:sp modelId="{5F1E440E-22A4-4045-8C69-EEA7EB3120F7}">
      <dsp:nvSpPr>
        <dsp:cNvPr id="0" name=""/>
        <dsp:cNvSpPr/>
      </dsp:nvSpPr>
      <dsp:spPr>
        <a:xfrm>
          <a:off x="5649121" y="1830657"/>
          <a:ext cx="1650531" cy="2810880"/>
        </a:xfrm>
        <a:prstGeom prst="rect">
          <a:avLst/>
        </a:prstGeom>
        <a:solidFill>
          <a:schemeClr val="accent5">
            <a:tint val="40000"/>
            <a:alpha val="90000"/>
            <a:hueOff val="-14475858"/>
            <a:satOff val="15739"/>
            <a:lumOff val="956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4475858"/>
              <a:satOff val="15739"/>
              <a:lumOff val="9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Kuantitas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Kualitas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Perilaku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649121" y="1830657"/>
        <a:ext cx="1650531" cy="2810880"/>
      </dsp:txXfrm>
    </dsp:sp>
    <dsp:sp modelId="{CE600AB2-E059-48A0-AD26-9AD431E0F46E}">
      <dsp:nvSpPr>
        <dsp:cNvPr id="0" name=""/>
        <dsp:cNvSpPr/>
      </dsp:nvSpPr>
      <dsp:spPr>
        <a:xfrm>
          <a:off x="7530727" y="1170445"/>
          <a:ext cx="1650531" cy="660212"/>
        </a:xfrm>
        <a:prstGeom prst="rect">
          <a:avLst/>
        </a:prstGeom>
        <a:solidFill>
          <a:schemeClr val="accent5">
            <a:hueOff val="-18429457"/>
            <a:satOff val="20625"/>
            <a:lumOff val="1177"/>
            <a:alphaOff val="0"/>
          </a:schemeClr>
        </a:solidFill>
        <a:ln w="19050" cap="flat" cmpd="sng" algn="ctr">
          <a:solidFill>
            <a:schemeClr val="accent5">
              <a:hueOff val="-18429457"/>
              <a:satOff val="20625"/>
              <a:lumOff val="1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NON MEDIK</a:t>
          </a:r>
          <a:endParaRPr lang="en-ID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30727" y="1170445"/>
        <a:ext cx="1650531" cy="660212"/>
      </dsp:txXfrm>
    </dsp:sp>
    <dsp:sp modelId="{935AB512-4F40-4AD2-8C1D-05B04B46399C}">
      <dsp:nvSpPr>
        <dsp:cNvPr id="0" name=""/>
        <dsp:cNvSpPr/>
      </dsp:nvSpPr>
      <dsp:spPr>
        <a:xfrm>
          <a:off x="7530727" y="1830657"/>
          <a:ext cx="1650531" cy="2810880"/>
        </a:xfrm>
        <a:prstGeom prst="rect">
          <a:avLst/>
        </a:prstGeom>
        <a:solidFill>
          <a:schemeClr val="accent5">
            <a:tint val="40000"/>
            <a:alpha val="90000"/>
            <a:hueOff val="-19301144"/>
            <a:satOff val="20985"/>
            <a:lumOff val="1274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9301144"/>
              <a:satOff val="20985"/>
              <a:lumOff val="1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Kuantitas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Kualitas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Perilaku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530727" y="1830657"/>
        <a:ext cx="1650531" cy="28108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B769C-40D6-411C-B370-79EA1D952615}">
      <dsp:nvSpPr>
        <dsp:cNvPr id="0" name=""/>
        <dsp:cNvSpPr/>
      </dsp:nvSpPr>
      <dsp:spPr>
        <a:xfrm rot="5400000">
          <a:off x="4087140" y="-1632595"/>
          <a:ext cx="744959" cy="419728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Dokter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Spesialis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dan Dokter Gigi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Spesialis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360975" y="129936"/>
        <a:ext cx="4160923" cy="672227"/>
      </dsp:txXfrm>
    </dsp:sp>
    <dsp:sp modelId="{2B399152-3BEF-426B-978B-1EF500591DE4}">
      <dsp:nvSpPr>
        <dsp:cNvPr id="0" name=""/>
        <dsp:cNvSpPr/>
      </dsp:nvSpPr>
      <dsp:spPr>
        <a:xfrm>
          <a:off x="0" y="450"/>
          <a:ext cx="2360975" cy="93119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MEDIK SPESIALIS</a:t>
          </a:r>
          <a:endParaRPr lang="en-ID" sz="2000" kern="1200" dirty="0"/>
        </a:p>
      </dsp:txBody>
      <dsp:txXfrm>
        <a:off x="45457" y="45907"/>
        <a:ext cx="2270061" cy="840284"/>
      </dsp:txXfrm>
    </dsp:sp>
    <dsp:sp modelId="{F1D4A262-1121-46EB-8500-9951F2B80AF6}">
      <dsp:nvSpPr>
        <dsp:cNvPr id="0" name=""/>
        <dsp:cNvSpPr/>
      </dsp:nvSpPr>
      <dsp:spPr>
        <a:xfrm rot="5400000">
          <a:off x="4087140" y="-654836"/>
          <a:ext cx="744959" cy="4197289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Dokter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Umum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, Dokter Gigi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360975" y="1107695"/>
        <a:ext cx="4160923" cy="672227"/>
      </dsp:txXfrm>
    </dsp:sp>
    <dsp:sp modelId="{0162948C-7E69-46ED-873B-CD3A1B98727F}">
      <dsp:nvSpPr>
        <dsp:cNvPr id="0" name=""/>
        <dsp:cNvSpPr/>
      </dsp:nvSpPr>
      <dsp:spPr>
        <a:xfrm>
          <a:off x="0" y="978208"/>
          <a:ext cx="2360975" cy="93119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MEDIK</a:t>
          </a:r>
          <a:endParaRPr lang="en-ID" sz="2000" kern="1200" dirty="0"/>
        </a:p>
      </dsp:txBody>
      <dsp:txXfrm>
        <a:off x="45457" y="1023665"/>
        <a:ext cx="2270061" cy="840284"/>
      </dsp:txXfrm>
    </dsp:sp>
    <dsp:sp modelId="{D433D46D-5F7F-4A10-AF34-90144D47445C}">
      <dsp:nvSpPr>
        <dsp:cNvPr id="0" name=""/>
        <dsp:cNvSpPr/>
      </dsp:nvSpPr>
      <dsp:spPr>
        <a:xfrm rot="5400000">
          <a:off x="4087140" y="322922"/>
          <a:ext cx="744959" cy="4197289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Perawat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360975" y="2085453"/>
        <a:ext cx="4160923" cy="672227"/>
      </dsp:txXfrm>
    </dsp:sp>
    <dsp:sp modelId="{092D3536-9C8D-4DED-9F8D-0B211C1E1C5E}">
      <dsp:nvSpPr>
        <dsp:cNvPr id="0" name=""/>
        <dsp:cNvSpPr/>
      </dsp:nvSpPr>
      <dsp:spPr>
        <a:xfrm>
          <a:off x="0" y="1955967"/>
          <a:ext cx="2360975" cy="93119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PERAWAT</a:t>
          </a:r>
          <a:endParaRPr lang="en-ID" sz="2000" kern="1200" dirty="0"/>
        </a:p>
      </dsp:txBody>
      <dsp:txXfrm>
        <a:off x="45457" y="2001424"/>
        <a:ext cx="2270061" cy="840284"/>
      </dsp:txXfrm>
    </dsp:sp>
    <dsp:sp modelId="{A3958772-63F0-4AEF-AE1D-97807D2D7984}">
      <dsp:nvSpPr>
        <dsp:cNvPr id="0" name=""/>
        <dsp:cNvSpPr/>
      </dsp:nvSpPr>
      <dsp:spPr>
        <a:xfrm rot="5400000">
          <a:off x="3872252" y="1420143"/>
          <a:ext cx="1166024" cy="4193190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Bidan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Radiografer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Fisioterapis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ATLM,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dll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358670" y="2990647"/>
        <a:ext cx="4136269" cy="1052182"/>
      </dsp:txXfrm>
    </dsp:sp>
    <dsp:sp modelId="{8C5DE7CD-FB69-4D01-AE17-36C419B4830E}">
      <dsp:nvSpPr>
        <dsp:cNvPr id="0" name=""/>
        <dsp:cNvSpPr/>
      </dsp:nvSpPr>
      <dsp:spPr>
        <a:xfrm>
          <a:off x="0" y="3051139"/>
          <a:ext cx="2358669" cy="93119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TENAGA KESEHATAN LAIN</a:t>
          </a:r>
          <a:endParaRPr lang="en-ID" sz="2000" kern="1200" dirty="0"/>
        </a:p>
      </dsp:txBody>
      <dsp:txXfrm>
        <a:off x="45457" y="3096596"/>
        <a:ext cx="2267755" cy="840284"/>
      </dsp:txXfrm>
    </dsp:sp>
    <dsp:sp modelId="{727FA849-A515-4EE8-BAF6-027334AB69DF}">
      <dsp:nvSpPr>
        <dsp:cNvPr id="0" name=""/>
        <dsp:cNvSpPr/>
      </dsp:nvSpPr>
      <dsp:spPr>
        <a:xfrm rot="5400000">
          <a:off x="3838807" y="2666173"/>
          <a:ext cx="1232914" cy="4193190"/>
        </a:xfrm>
        <a:prstGeom prst="round2Same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Koordinator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Kepala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Instalasi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Pengadministrasi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Teknisi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dll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358669" y="4206497"/>
        <a:ext cx="4133004" cy="1112542"/>
      </dsp:txXfrm>
    </dsp:sp>
    <dsp:sp modelId="{C0B45D28-92FB-44B4-96BF-D7A830E6C0B0}">
      <dsp:nvSpPr>
        <dsp:cNvPr id="0" name=""/>
        <dsp:cNvSpPr/>
      </dsp:nvSpPr>
      <dsp:spPr>
        <a:xfrm>
          <a:off x="0" y="4297169"/>
          <a:ext cx="2358669" cy="931198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NON MEDIK</a:t>
          </a:r>
          <a:endParaRPr lang="en-ID" sz="2000" kern="1200" dirty="0"/>
        </a:p>
      </dsp:txBody>
      <dsp:txXfrm>
        <a:off x="45457" y="4342626"/>
        <a:ext cx="2267755" cy="8402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B769C-40D6-411C-B370-79EA1D952615}">
      <dsp:nvSpPr>
        <dsp:cNvPr id="0" name=""/>
        <dsp:cNvSpPr/>
      </dsp:nvSpPr>
      <dsp:spPr>
        <a:xfrm rot="5400000">
          <a:off x="6623719" y="-2789818"/>
          <a:ext cx="833559" cy="6626352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SIMRS GOS ( Data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DIKLIT ( Data Pendidikan dan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Penelitian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INTEGRASI SIMRS GOS - SMARTPRESENCE (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Kehadiran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27323" y="147269"/>
        <a:ext cx="6585661" cy="752177"/>
      </dsp:txXfrm>
    </dsp:sp>
    <dsp:sp modelId="{2B399152-3BEF-426B-978B-1EF500591DE4}">
      <dsp:nvSpPr>
        <dsp:cNvPr id="0" name=""/>
        <dsp:cNvSpPr/>
      </dsp:nvSpPr>
      <dsp:spPr>
        <a:xfrm>
          <a:off x="0" y="2383"/>
          <a:ext cx="3727323" cy="104194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MEDIK SPESIALIS</a:t>
          </a:r>
          <a:endParaRPr lang="en-ID" sz="3000" kern="1200" dirty="0"/>
        </a:p>
      </dsp:txBody>
      <dsp:txXfrm>
        <a:off x="50864" y="53247"/>
        <a:ext cx="3625595" cy="940220"/>
      </dsp:txXfrm>
    </dsp:sp>
    <dsp:sp modelId="{FF958B54-ADA2-4EF5-AD94-6DFFFC08AE30}">
      <dsp:nvSpPr>
        <dsp:cNvPr id="0" name=""/>
        <dsp:cNvSpPr/>
      </dsp:nvSpPr>
      <dsp:spPr>
        <a:xfrm rot="5400000">
          <a:off x="6623719" y="-1695772"/>
          <a:ext cx="833559" cy="6626352"/>
        </a:xfrm>
        <a:prstGeom prst="round2SameRect">
          <a:avLst/>
        </a:prstGeom>
        <a:solidFill>
          <a:schemeClr val="accent3">
            <a:tint val="40000"/>
            <a:alpha val="90000"/>
            <a:hueOff val="853010"/>
            <a:satOff val="-1211"/>
            <a:lumOff val="151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853010"/>
              <a:satOff val="-1211"/>
              <a:lumOff val="1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SIMRS GOS ( Data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DIKLIT ( Data Pendidikan dan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Penelitian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INTEGRASI SIMRS GOS - SMARTPRESENCE (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Kehadiran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27323" y="1241315"/>
        <a:ext cx="6585661" cy="752177"/>
      </dsp:txXfrm>
    </dsp:sp>
    <dsp:sp modelId="{23BE50CA-E0D5-4373-AFD2-518BB226DD62}">
      <dsp:nvSpPr>
        <dsp:cNvPr id="0" name=""/>
        <dsp:cNvSpPr/>
      </dsp:nvSpPr>
      <dsp:spPr>
        <a:xfrm>
          <a:off x="0" y="1096429"/>
          <a:ext cx="3727323" cy="1041948"/>
        </a:xfrm>
        <a:prstGeom prst="roundRect">
          <a:avLst/>
        </a:prstGeom>
        <a:solidFill>
          <a:schemeClr val="accent3">
            <a:hueOff val="1035676"/>
            <a:satOff val="-1873"/>
            <a:lumOff val="12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MEDIK</a:t>
          </a:r>
          <a:endParaRPr lang="en-ID" sz="3000" kern="1200" dirty="0"/>
        </a:p>
      </dsp:txBody>
      <dsp:txXfrm>
        <a:off x="50864" y="1147293"/>
        <a:ext cx="3625595" cy="940220"/>
      </dsp:txXfrm>
    </dsp:sp>
    <dsp:sp modelId="{296B7D4A-A255-4202-95F8-1C61876EE7DF}">
      <dsp:nvSpPr>
        <dsp:cNvPr id="0" name=""/>
        <dsp:cNvSpPr/>
      </dsp:nvSpPr>
      <dsp:spPr>
        <a:xfrm rot="5400000">
          <a:off x="6623719" y="-601726"/>
          <a:ext cx="833559" cy="6626352"/>
        </a:xfrm>
        <a:prstGeom prst="round2SameRect">
          <a:avLst/>
        </a:prstGeom>
        <a:solidFill>
          <a:schemeClr val="accent3">
            <a:tint val="40000"/>
            <a:alpha val="90000"/>
            <a:hueOff val="1706020"/>
            <a:satOff val="-2421"/>
            <a:lumOff val="303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1706020"/>
              <a:satOff val="-2421"/>
              <a:lumOff val="30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SIMRS GOS ( Data ) / Log book</a:t>
          </a:r>
          <a:endParaRPr lang="en-ID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>
              <a:latin typeface="Arial" panose="020B0604020202020204" pitchFamily="34" charset="0"/>
              <a:cs typeface="Arial" panose="020B0604020202020204" pitchFamily="34" charset="0"/>
            </a:rPr>
            <a:t>DIKLIT ( Data Pendidikan dan Penelitian )</a:t>
          </a:r>
          <a:endParaRPr lang="en-ID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INTEGRASI SIMRS GOS - SMARTPRESENCE (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Kehadiran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27323" y="2335361"/>
        <a:ext cx="6585661" cy="752177"/>
      </dsp:txXfrm>
    </dsp:sp>
    <dsp:sp modelId="{2356C575-E8F3-494F-9C15-35400CC3A375}">
      <dsp:nvSpPr>
        <dsp:cNvPr id="0" name=""/>
        <dsp:cNvSpPr/>
      </dsp:nvSpPr>
      <dsp:spPr>
        <a:xfrm>
          <a:off x="0" y="2190475"/>
          <a:ext cx="3727323" cy="1041948"/>
        </a:xfrm>
        <a:prstGeom prst="roundRect">
          <a:avLst/>
        </a:prstGeom>
        <a:solidFill>
          <a:schemeClr val="accent3">
            <a:hueOff val="2071352"/>
            <a:satOff val="-3746"/>
            <a:lumOff val="25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PERAWAT</a:t>
          </a:r>
          <a:endParaRPr lang="en-ID" sz="3000" kern="1200" dirty="0"/>
        </a:p>
      </dsp:txBody>
      <dsp:txXfrm>
        <a:off x="50864" y="2241339"/>
        <a:ext cx="3625595" cy="940220"/>
      </dsp:txXfrm>
    </dsp:sp>
    <dsp:sp modelId="{A3958772-63F0-4AEF-AE1D-97807D2D7984}">
      <dsp:nvSpPr>
        <dsp:cNvPr id="0" name=""/>
        <dsp:cNvSpPr/>
      </dsp:nvSpPr>
      <dsp:spPr>
        <a:xfrm rot="5400000">
          <a:off x="6623719" y="492320"/>
          <a:ext cx="833559" cy="6626352"/>
        </a:xfrm>
        <a:prstGeom prst="round2SameRect">
          <a:avLst/>
        </a:prstGeom>
        <a:solidFill>
          <a:schemeClr val="accent3">
            <a:tint val="40000"/>
            <a:alpha val="90000"/>
            <a:hueOff val="2559030"/>
            <a:satOff val="-3632"/>
            <a:lumOff val="454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2559030"/>
              <a:satOff val="-3632"/>
              <a:lumOff val="45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SIMRS GOS ( Data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) / Log book</a:t>
          </a:r>
          <a:endParaRPr lang="en-ID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DIKLIT ( Data Pendidikan dan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Penelitian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INTEGRASI SIMRS GOS - SMARTPRESENCE (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Kehadiran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27323" y="3429408"/>
        <a:ext cx="6585661" cy="752177"/>
      </dsp:txXfrm>
    </dsp:sp>
    <dsp:sp modelId="{8C5DE7CD-FB69-4D01-AE17-36C419B4830E}">
      <dsp:nvSpPr>
        <dsp:cNvPr id="0" name=""/>
        <dsp:cNvSpPr/>
      </dsp:nvSpPr>
      <dsp:spPr>
        <a:xfrm>
          <a:off x="0" y="3284521"/>
          <a:ext cx="3727323" cy="1041948"/>
        </a:xfrm>
        <a:prstGeom prst="roundRect">
          <a:avLst/>
        </a:prstGeom>
        <a:solidFill>
          <a:schemeClr val="accent3">
            <a:hueOff val="3107028"/>
            <a:satOff val="-5618"/>
            <a:lumOff val="382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TENAGA KESEHATAN LAIN</a:t>
          </a:r>
          <a:endParaRPr lang="en-ID" sz="3000" kern="1200" dirty="0"/>
        </a:p>
      </dsp:txBody>
      <dsp:txXfrm>
        <a:off x="50864" y="3335385"/>
        <a:ext cx="3625595" cy="940220"/>
      </dsp:txXfrm>
    </dsp:sp>
    <dsp:sp modelId="{727FA849-A515-4EE8-BAF6-027334AB69DF}">
      <dsp:nvSpPr>
        <dsp:cNvPr id="0" name=""/>
        <dsp:cNvSpPr/>
      </dsp:nvSpPr>
      <dsp:spPr>
        <a:xfrm rot="5400000">
          <a:off x="6623719" y="1586366"/>
          <a:ext cx="833559" cy="6626352"/>
        </a:xfrm>
        <a:prstGeom prst="round2SameRect">
          <a:avLst/>
        </a:prstGeom>
        <a:solidFill>
          <a:schemeClr val="accent3">
            <a:tint val="40000"/>
            <a:alpha val="90000"/>
            <a:hueOff val="3412040"/>
            <a:satOff val="-4843"/>
            <a:lumOff val="606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3412040"/>
              <a:satOff val="-4843"/>
              <a:lumOff val="6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Catatan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Kegiatan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Harian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/ Log Book</a:t>
          </a:r>
          <a:endParaRPr lang="en-ID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DIKLIT ( Data Pendidikan dan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Penelitian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sz="15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INTEGRASI SIMRS GOS - SMARTPRESENCE ( </a:t>
          </a:r>
          <a:r>
            <a:rPr lang="en-US" sz="1500" kern="1200" dirty="0" err="1">
              <a:latin typeface="Arial" panose="020B0604020202020204" pitchFamily="34" charset="0"/>
              <a:cs typeface="Arial" panose="020B0604020202020204" pitchFamily="34" charset="0"/>
            </a:rPr>
            <a:t>Kehadiran</a:t>
          </a:r>
          <a:r>
            <a:rPr lang="en-US" sz="1500" kern="1200" dirty="0">
              <a:latin typeface="Arial" panose="020B0604020202020204" pitchFamily="34" charset="0"/>
              <a:cs typeface="Arial" panose="020B0604020202020204" pitchFamily="34" charset="0"/>
            </a:rPr>
            <a:t> )</a:t>
          </a:r>
          <a:endParaRPr lang="en-ID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3727323" y="4523454"/>
        <a:ext cx="6585661" cy="752177"/>
      </dsp:txXfrm>
    </dsp:sp>
    <dsp:sp modelId="{C0B45D28-92FB-44B4-96BF-D7A830E6C0B0}">
      <dsp:nvSpPr>
        <dsp:cNvPr id="0" name=""/>
        <dsp:cNvSpPr/>
      </dsp:nvSpPr>
      <dsp:spPr>
        <a:xfrm>
          <a:off x="0" y="4378568"/>
          <a:ext cx="3727323" cy="1041948"/>
        </a:xfrm>
        <a:prstGeom prst="roundRect">
          <a:avLst/>
        </a:prstGeom>
        <a:solidFill>
          <a:schemeClr val="accent3">
            <a:hueOff val="4142704"/>
            <a:satOff val="-7491"/>
            <a:lumOff val="509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NON MEDIK</a:t>
          </a:r>
          <a:endParaRPr lang="en-ID" sz="3000" kern="1200" dirty="0"/>
        </a:p>
      </dsp:txBody>
      <dsp:txXfrm>
        <a:off x="50864" y="4429432"/>
        <a:ext cx="3625595" cy="9402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40CF32-CE46-45DA-9AE7-60C43E2BF589}">
      <dsp:nvSpPr>
        <dsp:cNvPr id="0" name=""/>
        <dsp:cNvSpPr/>
      </dsp:nvSpPr>
      <dsp:spPr>
        <a:xfrm>
          <a:off x="0" y="4792332"/>
          <a:ext cx="11014364" cy="0"/>
        </a:xfrm>
        <a:prstGeom prst="line">
          <a:avLst/>
        </a:prstGeom>
        <a:noFill/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8CF366-AC27-44FF-905A-E8ABEA80A627}">
      <dsp:nvSpPr>
        <dsp:cNvPr id="0" name=""/>
        <dsp:cNvSpPr/>
      </dsp:nvSpPr>
      <dsp:spPr>
        <a:xfrm>
          <a:off x="0" y="3649896"/>
          <a:ext cx="11014364" cy="0"/>
        </a:xfrm>
        <a:prstGeom prst="line">
          <a:avLst/>
        </a:prstGeom>
        <a:noFill/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EE65FB-0F33-47BD-BC45-994502807BCD}">
      <dsp:nvSpPr>
        <dsp:cNvPr id="0" name=""/>
        <dsp:cNvSpPr/>
      </dsp:nvSpPr>
      <dsp:spPr>
        <a:xfrm>
          <a:off x="0" y="2507461"/>
          <a:ext cx="11014364" cy="0"/>
        </a:xfrm>
        <a:prstGeom prst="line">
          <a:avLst/>
        </a:prstGeom>
        <a:noFill/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E7C64A-5B71-4CF7-9B7D-09E09124E87A}">
      <dsp:nvSpPr>
        <dsp:cNvPr id="0" name=""/>
        <dsp:cNvSpPr/>
      </dsp:nvSpPr>
      <dsp:spPr>
        <a:xfrm>
          <a:off x="0" y="1430533"/>
          <a:ext cx="11014364" cy="0"/>
        </a:xfrm>
        <a:prstGeom prst="line">
          <a:avLst/>
        </a:prstGeom>
        <a:noFill/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940120-A80E-4027-A885-DF5DA5CECDBE}">
      <dsp:nvSpPr>
        <dsp:cNvPr id="0" name=""/>
        <dsp:cNvSpPr/>
      </dsp:nvSpPr>
      <dsp:spPr>
        <a:xfrm>
          <a:off x="0" y="353605"/>
          <a:ext cx="11014364" cy="0"/>
        </a:xfrm>
        <a:prstGeom prst="line">
          <a:avLst/>
        </a:prstGeom>
        <a:noFill/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C8F3A4-C3E5-41C1-B14C-18B0ADEDD3B5}">
      <dsp:nvSpPr>
        <dsp:cNvPr id="0" name=""/>
        <dsp:cNvSpPr/>
      </dsp:nvSpPr>
      <dsp:spPr>
        <a:xfrm>
          <a:off x="2863734" y="549"/>
          <a:ext cx="8150629" cy="353056"/>
        </a:xfrm>
        <a:prstGeom prst="rect">
          <a:avLst/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Dokter </a:t>
          </a:r>
          <a:r>
            <a:rPr lang="en-US" sz="2000" kern="12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Spesialis</a:t>
          </a:r>
          <a:r>
            <a:rPr lang="en-US" sz="20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, Dokter Gigi </a:t>
          </a:r>
          <a:r>
            <a:rPr lang="en-US" sz="2000" kern="12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Spesialis</a:t>
          </a:r>
          <a:endParaRPr lang="en-ID" sz="20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63734" y="549"/>
        <a:ext cx="8150629" cy="353056"/>
      </dsp:txXfrm>
    </dsp:sp>
    <dsp:sp modelId="{C53CC1F2-662E-4DE8-B46E-00581E82E645}">
      <dsp:nvSpPr>
        <dsp:cNvPr id="0" name=""/>
        <dsp:cNvSpPr/>
      </dsp:nvSpPr>
      <dsp:spPr>
        <a:xfrm>
          <a:off x="0" y="549"/>
          <a:ext cx="2863734" cy="353056"/>
        </a:xfrm>
        <a:prstGeom prst="round2SameRect">
          <a:avLst>
            <a:gd name="adj1" fmla="val 16670"/>
            <a:gd name="adj2" fmla="val 0"/>
          </a:avLst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MEDIK SPESIALIS</a:t>
          </a:r>
          <a:endParaRPr lang="en-ID" sz="1700" kern="1200" dirty="0"/>
        </a:p>
      </dsp:txBody>
      <dsp:txXfrm>
        <a:off x="17238" y="17787"/>
        <a:ext cx="2829258" cy="335818"/>
      </dsp:txXfrm>
    </dsp:sp>
    <dsp:sp modelId="{D620C50F-D506-4CA6-A754-AB3FC42B6B10}">
      <dsp:nvSpPr>
        <dsp:cNvPr id="0" name=""/>
        <dsp:cNvSpPr/>
      </dsp:nvSpPr>
      <dsp:spPr>
        <a:xfrm>
          <a:off x="0" y="353605"/>
          <a:ext cx="11014364" cy="706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Periode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rekapitulasi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Data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26 (2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bulan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sebelum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) sampai dengan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25 (1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bulan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sebelum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ID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53605"/>
        <a:ext cx="11014364" cy="706218"/>
      </dsp:txXfrm>
    </dsp:sp>
    <dsp:sp modelId="{6DFBFA88-68C9-4B82-8F69-BA2CD9954464}">
      <dsp:nvSpPr>
        <dsp:cNvPr id="0" name=""/>
        <dsp:cNvSpPr/>
      </dsp:nvSpPr>
      <dsp:spPr>
        <a:xfrm>
          <a:off x="2863734" y="1077477"/>
          <a:ext cx="8150629" cy="353056"/>
        </a:xfrm>
        <a:prstGeom prst="rect">
          <a:avLst/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Dokter </a:t>
          </a:r>
          <a:r>
            <a:rPr lang="en-US" sz="1800" kern="12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Umum</a:t>
          </a:r>
          <a:r>
            <a:rPr lang="en-US" sz="18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, Dokter Gigi</a:t>
          </a:r>
          <a:endParaRPr lang="en-ID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63734" y="1077477"/>
        <a:ext cx="8150629" cy="353056"/>
      </dsp:txXfrm>
    </dsp:sp>
    <dsp:sp modelId="{A186ADDB-2400-4E8F-8A01-353087AA0128}">
      <dsp:nvSpPr>
        <dsp:cNvPr id="0" name=""/>
        <dsp:cNvSpPr/>
      </dsp:nvSpPr>
      <dsp:spPr>
        <a:xfrm>
          <a:off x="0" y="1077477"/>
          <a:ext cx="2863734" cy="353056"/>
        </a:xfrm>
        <a:prstGeom prst="round2SameRect">
          <a:avLst>
            <a:gd name="adj1" fmla="val 16670"/>
            <a:gd name="adj2" fmla="val 0"/>
          </a:avLst>
        </a:prstGeom>
        <a:solidFill>
          <a:schemeClr val="accent6">
            <a:alpha val="90000"/>
            <a:hueOff val="0"/>
            <a:satOff val="0"/>
            <a:lumOff val="0"/>
            <a:alphaOff val="-10000"/>
          </a:schemeClr>
        </a:solidFill>
        <a:ln w="19050" cap="flat" cmpd="sng" algn="ctr">
          <a:solidFill>
            <a:schemeClr val="accent6">
              <a:alpha val="90000"/>
              <a:hueOff val="0"/>
              <a:satOff val="0"/>
              <a:lumOff val="0"/>
              <a:alphaOff val="-1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MEDIK</a:t>
          </a:r>
          <a:endParaRPr lang="en-ID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238" y="1094715"/>
        <a:ext cx="2829258" cy="335818"/>
      </dsp:txXfrm>
    </dsp:sp>
    <dsp:sp modelId="{2B4E50EE-4105-4CE3-94F2-729D3983B180}">
      <dsp:nvSpPr>
        <dsp:cNvPr id="0" name=""/>
        <dsp:cNvSpPr/>
      </dsp:nvSpPr>
      <dsp:spPr>
        <a:xfrm>
          <a:off x="0" y="1430533"/>
          <a:ext cx="11014364" cy="706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Periode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rekapitulasi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Data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26 (2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bulan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sebelum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) sampai dengan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25 (1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bulan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sebelum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ID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430533"/>
        <a:ext cx="11014364" cy="706218"/>
      </dsp:txXfrm>
    </dsp:sp>
    <dsp:sp modelId="{EC9C7909-0A40-4760-B5F2-6500F87B1245}">
      <dsp:nvSpPr>
        <dsp:cNvPr id="0" name=""/>
        <dsp:cNvSpPr/>
      </dsp:nvSpPr>
      <dsp:spPr>
        <a:xfrm>
          <a:off x="2863734" y="2154404"/>
          <a:ext cx="8150629" cy="353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Perawat</a:t>
          </a:r>
          <a:endParaRPr lang="en-ID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63734" y="2154404"/>
        <a:ext cx="8150629" cy="353056"/>
      </dsp:txXfrm>
    </dsp:sp>
    <dsp:sp modelId="{D9430820-72F0-4F42-9BDD-2E5054945CC6}">
      <dsp:nvSpPr>
        <dsp:cNvPr id="0" name=""/>
        <dsp:cNvSpPr/>
      </dsp:nvSpPr>
      <dsp:spPr>
        <a:xfrm>
          <a:off x="0" y="2154404"/>
          <a:ext cx="2863734" cy="353056"/>
        </a:xfrm>
        <a:prstGeom prst="round2SameRect">
          <a:avLst>
            <a:gd name="adj1" fmla="val 16670"/>
            <a:gd name="adj2" fmla="val 0"/>
          </a:avLst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accent6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PERAWAT</a:t>
          </a:r>
          <a:endParaRPr lang="en-ID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7238" y="2171642"/>
        <a:ext cx="2829258" cy="335818"/>
      </dsp:txXfrm>
    </dsp:sp>
    <dsp:sp modelId="{BDC485C7-4C69-43CC-B4A3-33AE7970130E}">
      <dsp:nvSpPr>
        <dsp:cNvPr id="0" name=""/>
        <dsp:cNvSpPr/>
      </dsp:nvSpPr>
      <dsp:spPr>
        <a:xfrm>
          <a:off x="0" y="2507461"/>
          <a:ext cx="11014364" cy="706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Periode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Rekapitulasi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Data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1 sampai dengan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30/31 (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bulan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sebelum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ID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507461"/>
        <a:ext cx="11014364" cy="706218"/>
      </dsp:txXfrm>
    </dsp:sp>
    <dsp:sp modelId="{F6D3D9B8-4571-49C3-9B6C-E1E48AE4C03E}">
      <dsp:nvSpPr>
        <dsp:cNvPr id="0" name=""/>
        <dsp:cNvSpPr/>
      </dsp:nvSpPr>
      <dsp:spPr>
        <a:xfrm>
          <a:off x="2863734" y="3231332"/>
          <a:ext cx="8150629" cy="484071"/>
        </a:xfrm>
        <a:prstGeom prst="rect">
          <a:avLst/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60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Tenaga </a:t>
          </a:r>
          <a:r>
            <a:rPr lang="en-ID" sz="1600" kern="12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Bidan</a:t>
          </a:r>
          <a:r>
            <a:rPr lang="en-ID" sz="160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600" kern="12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Pranata</a:t>
          </a:r>
          <a:r>
            <a:rPr lang="en-ID" sz="160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ID" sz="1600" kern="12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Laboratorium</a:t>
          </a:r>
          <a:r>
            <a:rPr lang="en-ID" sz="160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600" kern="12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Radiografer</a:t>
          </a:r>
          <a:r>
            <a:rPr lang="en-ID" sz="160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600" kern="12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Nutrisionist</a:t>
          </a:r>
          <a:r>
            <a:rPr lang="en-ID" sz="160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ID" sz="1600" kern="12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Fisioterapis</a:t>
          </a:r>
          <a:r>
            <a:rPr lang="en-ID" sz="160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Pharmacist, Sanitarian, </a:t>
          </a:r>
          <a:r>
            <a:rPr lang="en-ID" sz="1600" kern="12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dll</a:t>
          </a:r>
          <a:r>
            <a:rPr lang="en-ID" sz="160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2863734" y="3231332"/>
        <a:ext cx="8150629" cy="484071"/>
      </dsp:txXfrm>
    </dsp:sp>
    <dsp:sp modelId="{06706812-696A-4F22-AC05-961780497037}">
      <dsp:nvSpPr>
        <dsp:cNvPr id="0" name=""/>
        <dsp:cNvSpPr/>
      </dsp:nvSpPr>
      <dsp:spPr>
        <a:xfrm>
          <a:off x="0" y="3296840"/>
          <a:ext cx="2863734" cy="353056"/>
        </a:xfrm>
        <a:prstGeom prst="round2SameRect">
          <a:avLst>
            <a:gd name="adj1" fmla="val 16670"/>
            <a:gd name="adj2" fmla="val 0"/>
          </a:avLst>
        </a:prstGeom>
        <a:solidFill>
          <a:schemeClr val="accent6">
            <a:alpha val="90000"/>
            <a:hueOff val="0"/>
            <a:satOff val="0"/>
            <a:lumOff val="0"/>
            <a:alphaOff val="-30000"/>
          </a:schemeClr>
        </a:solidFill>
        <a:ln w="19050" cap="flat" cmpd="sng" algn="ctr">
          <a:solidFill>
            <a:schemeClr val="accent6">
              <a:alpha val="90000"/>
              <a:hueOff val="0"/>
              <a:satOff val="0"/>
              <a:lumOff val="0"/>
              <a:alphaOff val="-3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TENAGA KESEHATAN LAIN</a:t>
          </a:r>
          <a:endParaRPr lang="en-ID" sz="1700" kern="1200" dirty="0"/>
        </a:p>
      </dsp:txBody>
      <dsp:txXfrm>
        <a:off x="17238" y="3314078"/>
        <a:ext cx="2829258" cy="335818"/>
      </dsp:txXfrm>
    </dsp:sp>
    <dsp:sp modelId="{B2FB0872-1D67-40BC-A819-18647B381B42}">
      <dsp:nvSpPr>
        <dsp:cNvPr id="0" name=""/>
        <dsp:cNvSpPr/>
      </dsp:nvSpPr>
      <dsp:spPr>
        <a:xfrm>
          <a:off x="0" y="3715404"/>
          <a:ext cx="11014364" cy="706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Periode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Rekapitulasi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Data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1 sampai dengan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30/31 (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bulan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sebelum</a:t>
          </a: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ID" sz="1800" kern="1200" dirty="0"/>
        </a:p>
      </dsp:txBody>
      <dsp:txXfrm>
        <a:off x="0" y="3715404"/>
        <a:ext cx="11014364" cy="706218"/>
      </dsp:txXfrm>
    </dsp:sp>
    <dsp:sp modelId="{B5251919-0A60-4594-A5C6-C47068E74407}">
      <dsp:nvSpPr>
        <dsp:cNvPr id="0" name=""/>
        <dsp:cNvSpPr/>
      </dsp:nvSpPr>
      <dsp:spPr>
        <a:xfrm>
          <a:off x="2863734" y="4439275"/>
          <a:ext cx="8150629" cy="353056"/>
        </a:xfrm>
        <a:prstGeom prst="rect">
          <a:avLst/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Sekretaris</a:t>
          </a:r>
          <a:r>
            <a:rPr lang="en-US" sz="200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Administrasi, </a:t>
          </a:r>
          <a:r>
            <a:rPr lang="en-US" sz="2000" kern="12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Teknisi</a:t>
          </a:r>
          <a:r>
            <a:rPr lang="en-US" sz="200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Security, Programmer, </a:t>
          </a:r>
          <a:r>
            <a:rPr lang="en-US" sz="2000" kern="12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Bendahara</a:t>
          </a:r>
          <a:r>
            <a:rPr lang="en-US" sz="2000" kern="12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2000" kern="1200" dirty="0" err="1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rPr>
            <a:t>dll</a:t>
          </a:r>
          <a:endParaRPr lang="en-ID" sz="2000" kern="1200" dirty="0">
            <a:solidFill>
              <a:sysClr val="windowText" lastClr="000000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63734" y="4439275"/>
        <a:ext cx="8150629" cy="353056"/>
      </dsp:txXfrm>
    </dsp:sp>
    <dsp:sp modelId="{FFEE86DF-5D88-414B-B6EA-F0288A6B2A14}">
      <dsp:nvSpPr>
        <dsp:cNvPr id="0" name=""/>
        <dsp:cNvSpPr/>
      </dsp:nvSpPr>
      <dsp:spPr>
        <a:xfrm>
          <a:off x="0" y="4439275"/>
          <a:ext cx="2863734" cy="353056"/>
        </a:xfrm>
        <a:prstGeom prst="round2SameRect">
          <a:avLst>
            <a:gd name="adj1" fmla="val 16670"/>
            <a:gd name="adj2" fmla="val 0"/>
          </a:avLst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accent6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NON MEDIK</a:t>
          </a:r>
          <a:endParaRPr lang="en-ID" sz="1700" kern="1200" dirty="0"/>
        </a:p>
      </dsp:txBody>
      <dsp:txXfrm>
        <a:off x="17238" y="4456513"/>
        <a:ext cx="2829258" cy="335818"/>
      </dsp:txXfrm>
    </dsp:sp>
    <dsp:sp modelId="{7B6C22FA-9DF2-46A2-843D-44C64BFD80FA}">
      <dsp:nvSpPr>
        <dsp:cNvPr id="0" name=""/>
        <dsp:cNvSpPr/>
      </dsp:nvSpPr>
      <dsp:spPr>
        <a:xfrm>
          <a:off x="0" y="4792332"/>
          <a:ext cx="11014364" cy="7062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Periode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Rekapitulasi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Data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1 sampai dengan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tanggal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30/31 (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bulan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sebelum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ID" sz="1600" kern="1200" dirty="0"/>
        </a:p>
      </dsp:txBody>
      <dsp:txXfrm>
        <a:off x="0" y="4792332"/>
        <a:ext cx="11014364" cy="7062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79328-83F6-4C59-96BF-B460B3E931C2}">
      <dsp:nvSpPr>
        <dsp:cNvPr id="0" name=""/>
        <dsp:cNvSpPr/>
      </dsp:nvSpPr>
      <dsp:spPr>
        <a:xfrm>
          <a:off x="964" y="0"/>
          <a:ext cx="1600067" cy="800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algn="ctr" rotWithShape="0">
            <a:srgbClr val="000000">
              <a:alpha val="76000"/>
            </a:srgbClr>
          </a:outerShdw>
        </a:effectLst>
        <a:scene3d>
          <a:camera prst="orthographicFront">
            <a:rot lat="0" lon="0" rev="0"/>
          </a:camera>
          <a:lightRig rig="balanced" dir="t"/>
        </a:scene3d>
        <a:sp3d prstMaterial="matte">
          <a:bevelT w="254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MEDIK SPESIALIS</a:t>
          </a:r>
          <a:endParaRPr lang="en-ID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396" y="23432"/>
        <a:ext cx="1553203" cy="753169"/>
      </dsp:txXfrm>
    </dsp:sp>
    <dsp:sp modelId="{47992824-C9D9-42ED-A1DA-078857F8515F}">
      <dsp:nvSpPr>
        <dsp:cNvPr id="0" name=""/>
        <dsp:cNvSpPr/>
      </dsp:nvSpPr>
      <dsp:spPr>
        <a:xfrm>
          <a:off x="160971" y="800033"/>
          <a:ext cx="159430" cy="14123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2352"/>
              </a:lnTo>
              <a:lnTo>
                <a:pt x="159430" y="1412352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1FE49A-CECB-413F-8203-00E77153904C}">
      <dsp:nvSpPr>
        <dsp:cNvPr id="0" name=""/>
        <dsp:cNvSpPr/>
      </dsp:nvSpPr>
      <dsp:spPr>
        <a:xfrm>
          <a:off x="320402" y="1347838"/>
          <a:ext cx="1785048" cy="17290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Data </a:t>
          </a:r>
          <a:r>
            <a:rPr lang="en-US" sz="16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 SIMRS GOS yang </a:t>
          </a:r>
          <a:r>
            <a:rPr lang="en-US" sz="1600" b="1" kern="1200" dirty="0" err="1">
              <a:latin typeface="Arial" panose="020B0604020202020204" pitchFamily="34" charset="0"/>
              <a:cs typeface="Arial" panose="020B0604020202020204" pitchFamily="34" charset="0"/>
            </a:rPr>
            <a:t>divalidasi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 oleh billing</a:t>
          </a:r>
          <a:endParaRPr lang="en-ID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1045" y="1398481"/>
        <a:ext cx="1683762" cy="1627810"/>
      </dsp:txXfrm>
    </dsp:sp>
    <dsp:sp modelId="{7A0BEE1A-E150-42F3-AFB8-0BCE14418A7B}">
      <dsp:nvSpPr>
        <dsp:cNvPr id="0" name=""/>
        <dsp:cNvSpPr/>
      </dsp:nvSpPr>
      <dsp:spPr>
        <a:xfrm>
          <a:off x="160971" y="800033"/>
          <a:ext cx="159430" cy="33249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24937"/>
              </a:lnTo>
              <a:lnTo>
                <a:pt x="159430" y="332493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046897-88AB-4F6E-B248-FA0C9F0019E2}">
      <dsp:nvSpPr>
        <dsp:cNvPr id="0" name=""/>
        <dsp:cNvSpPr/>
      </dsp:nvSpPr>
      <dsp:spPr>
        <a:xfrm>
          <a:off x="320402" y="3276943"/>
          <a:ext cx="1833408" cy="16960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690451"/>
              <a:satOff val="-1249"/>
              <a:lumOff val="85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Data Pendidikan dan </a:t>
          </a:r>
          <a:r>
            <a:rPr lang="en-US" sz="16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Penelitian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 yang </a:t>
          </a:r>
          <a:r>
            <a:rPr lang="en-US" sz="1600" b="1" kern="1200" dirty="0" err="1">
              <a:latin typeface="Arial" panose="020B0604020202020204" pitchFamily="34" charset="0"/>
              <a:cs typeface="Arial" panose="020B0604020202020204" pitchFamily="34" charset="0"/>
            </a:rPr>
            <a:t>divalidasi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 oleh </a:t>
          </a:r>
          <a:r>
            <a:rPr lang="en-US" sz="1600" b="1" kern="1200" dirty="0" err="1">
              <a:latin typeface="Arial" panose="020B0604020202020204" pitchFamily="34" charset="0"/>
              <a:cs typeface="Arial" panose="020B0604020202020204" pitchFamily="34" charset="0"/>
            </a:rPr>
            <a:t>Diklit</a:t>
          </a:r>
          <a:endParaRPr lang="en-ID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0078" y="3326619"/>
        <a:ext cx="1734056" cy="1596703"/>
      </dsp:txXfrm>
    </dsp:sp>
    <dsp:sp modelId="{F989BE29-7EBB-415F-A699-91982F2926C3}">
      <dsp:nvSpPr>
        <dsp:cNvPr id="0" name=""/>
        <dsp:cNvSpPr/>
      </dsp:nvSpPr>
      <dsp:spPr>
        <a:xfrm>
          <a:off x="2233814" y="0"/>
          <a:ext cx="1600067" cy="800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035676"/>
                <a:satOff val="-1873"/>
                <a:lumOff val="1275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hueOff val="1035676"/>
                <a:satOff val="-1873"/>
                <a:lumOff val="1275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hueOff val="1035676"/>
                <a:satOff val="-1873"/>
                <a:lumOff val="1275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algn="ctr" rotWithShape="0">
            <a:srgbClr val="000000">
              <a:alpha val="76000"/>
            </a:srgbClr>
          </a:outerShdw>
        </a:effectLst>
        <a:scene3d>
          <a:camera prst="orthographicFront">
            <a:rot lat="0" lon="0" rev="0"/>
          </a:camera>
          <a:lightRig rig="balanced" dir="t"/>
        </a:scene3d>
        <a:sp3d prstMaterial="matte">
          <a:bevelT w="254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MEDIK</a:t>
          </a:r>
          <a:endParaRPr lang="en-ID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57246" y="23432"/>
        <a:ext cx="1553203" cy="753169"/>
      </dsp:txXfrm>
    </dsp:sp>
    <dsp:sp modelId="{FE1C5898-FDDF-4381-B7BE-2405C88D1A5A}">
      <dsp:nvSpPr>
        <dsp:cNvPr id="0" name=""/>
        <dsp:cNvSpPr/>
      </dsp:nvSpPr>
      <dsp:spPr>
        <a:xfrm>
          <a:off x="2393820" y="800033"/>
          <a:ext cx="160006" cy="14177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7761"/>
              </a:lnTo>
              <a:lnTo>
                <a:pt x="160006" y="141776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484E01-DC7F-4A1F-B4F0-04941CABDFC0}">
      <dsp:nvSpPr>
        <dsp:cNvPr id="0" name=""/>
        <dsp:cNvSpPr/>
      </dsp:nvSpPr>
      <dsp:spPr>
        <a:xfrm>
          <a:off x="2553827" y="1347838"/>
          <a:ext cx="1710561" cy="17399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80902"/>
              <a:satOff val="-2497"/>
              <a:lumOff val="1699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Data </a:t>
          </a:r>
          <a:r>
            <a:rPr lang="en-US" sz="16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 SIMRS GOS yang </a:t>
          </a:r>
          <a:r>
            <a:rPr lang="en-US" sz="1600" b="1" kern="1200" dirty="0" err="1">
              <a:latin typeface="Arial" panose="020B0604020202020204" pitchFamily="34" charset="0"/>
              <a:cs typeface="Arial" panose="020B0604020202020204" pitchFamily="34" charset="0"/>
            </a:rPr>
            <a:t>divalidasi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 oleh billing</a:t>
          </a:r>
          <a:endParaRPr lang="en-ID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03928" y="1397939"/>
        <a:ext cx="1610359" cy="1639711"/>
      </dsp:txXfrm>
    </dsp:sp>
    <dsp:sp modelId="{B25326E9-39F2-4865-A320-EB63D9E66BA0}">
      <dsp:nvSpPr>
        <dsp:cNvPr id="0" name=""/>
        <dsp:cNvSpPr/>
      </dsp:nvSpPr>
      <dsp:spPr>
        <a:xfrm>
          <a:off x="2393820" y="800033"/>
          <a:ext cx="160006" cy="33303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30345"/>
              </a:lnTo>
              <a:lnTo>
                <a:pt x="160006" y="3330345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151814-BB58-4884-A5EF-3BE016EC6A3B}">
      <dsp:nvSpPr>
        <dsp:cNvPr id="0" name=""/>
        <dsp:cNvSpPr/>
      </dsp:nvSpPr>
      <dsp:spPr>
        <a:xfrm>
          <a:off x="2553827" y="3287759"/>
          <a:ext cx="1705505" cy="168523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071352"/>
              <a:satOff val="-3746"/>
              <a:lumOff val="2549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rial" panose="020B0604020202020204" pitchFamily="34" charset="0"/>
              <a:cs typeface="Arial" panose="020B0604020202020204" pitchFamily="34" charset="0"/>
            </a:rPr>
            <a:t>Data Pendidikan dan Penelitian yang divalidasi oleh Diklit</a:t>
          </a:r>
          <a:endParaRPr lang="en-ID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03186" y="3337118"/>
        <a:ext cx="1606787" cy="1586521"/>
      </dsp:txXfrm>
    </dsp:sp>
    <dsp:sp modelId="{41AB1AF7-239A-4C9C-BF98-880204FEF15F}">
      <dsp:nvSpPr>
        <dsp:cNvPr id="0" name=""/>
        <dsp:cNvSpPr/>
      </dsp:nvSpPr>
      <dsp:spPr>
        <a:xfrm>
          <a:off x="4344392" y="0"/>
          <a:ext cx="1600067" cy="800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2071352"/>
                <a:satOff val="-3746"/>
                <a:lumOff val="2549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hueOff val="2071352"/>
                <a:satOff val="-3746"/>
                <a:lumOff val="2549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hueOff val="2071352"/>
                <a:satOff val="-3746"/>
                <a:lumOff val="2549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algn="ctr" rotWithShape="0">
            <a:srgbClr val="000000">
              <a:alpha val="76000"/>
            </a:srgbClr>
          </a:outerShdw>
        </a:effectLst>
        <a:scene3d>
          <a:camera prst="orthographicFront">
            <a:rot lat="0" lon="0" rev="0"/>
          </a:camera>
          <a:lightRig rig="balanced" dir="t"/>
        </a:scene3d>
        <a:sp3d prstMaterial="matte">
          <a:bevelT w="254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" panose="020B0604020202020204" pitchFamily="34" charset="0"/>
              <a:cs typeface="Arial" panose="020B0604020202020204" pitchFamily="34" charset="0"/>
            </a:rPr>
            <a:t>PERAWAT</a:t>
          </a:r>
          <a:endParaRPr lang="en-ID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67824" y="23432"/>
        <a:ext cx="1553203" cy="753169"/>
      </dsp:txXfrm>
    </dsp:sp>
    <dsp:sp modelId="{5FD57F9E-A6E0-4AED-89E3-CEA5887EB153}">
      <dsp:nvSpPr>
        <dsp:cNvPr id="0" name=""/>
        <dsp:cNvSpPr/>
      </dsp:nvSpPr>
      <dsp:spPr>
        <a:xfrm>
          <a:off x="4504399" y="800033"/>
          <a:ext cx="160006" cy="14272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7269"/>
              </a:lnTo>
              <a:lnTo>
                <a:pt x="160006" y="1427269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E042CA-6A93-44DC-BBAD-C1F532E057A8}">
      <dsp:nvSpPr>
        <dsp:cNvPr id="0" name=""/>
        <dsp:cNvSpPr/>
      </dsp:nvSpPr>
      <dsp:spPr>
        <a:xfrm>
          <a:off x="4664406" y="1347838"/>
          <a:ext cx="1595216" cy="17589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61803"/>
              <a:satOff val="-4994"/>
              <a:lumOff val="3399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Data </a:t>
          </a:r>
          <a:r>
            <a:rPr lang="en-US" sz="1600" b="1" kern="1200" dirty="0" err="1">
              <a:latin typeface="Arial" panose="020B0604020202020204" pitchFamily="34" charset="0"/>
              <a:cs typeface="Arial" panose="020B0604020202020204" pitchFamily="34" charset="0"/>
            </a:rPr>
            <a:t>Pelayanan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 SIMRS GOS yang </a:t>
          </a:r>
          <a:r>
            <a:rPr lang="en-US" sz="1600" b="1" kern="1200" dirty="0" err="1">
              <a:latin typeface="Arial" panose="020B0604020202020204" pitchFamily="34" charset="0"/>
              <a:cs typeface="Arial" panose="020B0604020202020204" pitchFamily="34" charset="0"/>
            </a:rPr>
            <a:t>divalidasi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 oleh billing</a:t>
          </a:r>
          <a:endParaRPr lang="en-ID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711128" y="1394560"/>
        <a:ext cx="1501772" cy="1665486"/>
      </dsp:txXfrm>
    </dsp:sp>
    <dsp:sp modelId="{66EAAFDA-0C41-4E78-B10B-2465B784D4F9}">
      <dsp:nvSpPr>
        <dsp:cNvPr id="0" name=""/>
        <dsp:cNvSpPr/>
      </dsp:nvSpPr>
      <dsp:spPr>
        <a:xfrm>
          <a:off x="6344477" y="0"/>
          <a:ext cx="1600067" cy="800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3107028"/>
                <a:satOff val="-5618"/>
                <a:lumOff val="3824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hueOff val="3107028"/>
                <a:satOff val="-5618"/>
                <a:lumOff val="3824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hueOff val="3107028"/>
                <a:satOff val="-5618"/>
                <a:lumOff val="3824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algn="ctr" rotWithShape="0">
            <a:srgbClr val="000000">
              <a:alpha val="76000"/>
            </a:srgbClr>
          </a:outerShdw>
        </a:effectLst>
        <a:scene3d>
          <a:camera prst="orthographicFront">
            <a:rot lat="0" lon="0" rev="0"/>
          </a:camera>
          <a:lightRig rig="balanced" dir="t"/>
        </a:scene3d>
        <a:sp3d prstMaterial="matte">
          <a:bevelT w="254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TENAGA KESEHATAN LAIN</a:t>
          </a:r>
          <a:endParaRPr lang="en-ID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367909" y="23432"/>
        <a:ext cx="1553203" cy="753169"/>
      </dsp:txXfrm>
    </dsp:sp>
    <dsp:sp modelId="{A595EEAE-69B1-4172-8379-371B551C53AF}">
      <dsp:nvSpPr>
        <dsp:cNvPr id="0" name=""/>
        <dsp:cNvSpPr/>
      </dsp:nvSpPr>
      <dsp:spPr>
        <a:xfrm>
          <a:off x="6504483" y="800033"/>
          <a:ext cx="160006" cy="14298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9857"/>
              </a:lnTo>
              <a:lnTo>
                <a:pt x="160006" y="1429857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AFDB66-8509-4C1D-BFC9-472D4A98A8F4}">
      <dsp:nvSpPr>
        <dsp:cNvPr id="0" name=""/>
        <dsp:cNvSpPr/>
      </dsp:nvSpPr>
      <dsp:spPr>
        <a:xfrm>
          <a:off x="6664490" y="1347838"/>
          <a:ext cx="1681210" cy="17641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3452254"/>
              <a:satOff val="-6243"/>
              <a:lumOff val="4248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Log Book Pegawai yang di validasi oleh minimal Wakil </a:t>
          </a:r>
          <a:r>
            <a:rPr lang="en-US" sz="1600" b="1" kern="1200" dirty="0" err="1">
              <a:latin typeface="Arial" panose="020B0604020202020204" pitchFamily="34" charset="0"/>
              <a:cs typeface="Arial" panose="020B0604020202020204" pitchFamily="34" charset="0"/>
            </a:rPr>
            <a:t>Kepala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1" kern="1200" dirty="0" err="1">
              <a:latin typeface="Arial" panose="020B0604020202020204" pitchFamily="34" charset="0"/>
              <a:cs typeface="Arial" panose="020B0604020202020204" pitchFamily="34" charset="0"/>
            </a:rPr>
            <a:t>Satuan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 Kerja</a:t>
          </a:r>
          <a:endParaRPr lang="en-ID" sz="16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713731" y="1397079"/>
        <a:ext cx="1582728" cy="1665624"/>
      </dsp:txXfrm>
    </dsp:sp>
    <dsp:sp modelId="{D3ED667D-8DDD-43F5-B69E-ED89FF6D4B9F}">
      <dsp:nvSpPr>
        <dsp:cNvPr id="0" name=""/>
        <dsp:cNvSpPr/>
      </dsp:nvSpPr>
      <dsp:spPr>
        <a:xfrm>
          <a:off x="8425704" y="0"/>
          <a:ext cx="1600067" cy="800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4142704"/>
                <a:satOff val="-7491"/>
                <a:lumOff val="5098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hueOff val="4142704"/>
                <a:satOff val="-7491"/>
                <a:lumOff val="5098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hueOff val="4142704"/>
                <a:satOff val="-7491"/>
                <a:lumOff val="5098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76200" dist="38100" dir="5400000" algn="ctr" rotWithShape="0">
            <a:srgbClr val="000000">
              <a:alpha val="76000"/>
            </a:srgbClr>
          </a:outerShdw>
        </a:effectLst>
        <a:scene3d>
          <a:camera prst="orthographicFront">
            <a:rot lat="0" lon="0" rev="0"/>
          </a:camera>
          <a:lightRig rig="balanced" dir="t"/>
        </a:scene3d>
        <a:sp3d prstMaterial="matte">
          <a:bevelT w="254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rial" panose="020B0604020202020204" pitchFamily="34" charset="0"/>
              <a:cs typeface="Arial" panose="020B0604020202020204" pitchFamily="34" charset="0"/>
            </a:rPr>
            <a:t>NON MEDIK</a:t>
          </a:r>
          <a:endParaRPr lang="en-ID" sz="17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449136" y="23432"/>
        <a:ext cx="1553203" cy="753169"/>
      </dsp:txXfrm>
    </dsp:sp>
    <dsp:sp modelId="{FA38601A-2690-45C8-B346-D25FB01B8990}">
      <dsp:nvSpPr>
        <dsp:cNvPr id="0" name=""/>
        <dsp:cNvSpPr/>
      </dsp:nvSpPr>
      <dsp:spPr>
        <a:xfrm>
          <a:off x="8585710" y="800033"/>
          <a:ext cx="160006" cy="14461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6118"/>
              </a:lnTo>
              <a:lnTo>
                <a:pt x="160006" y="1446118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D6D31E-92DA-4A3E-A811-B72B02776834}">
      <dsp:nvSpPr>
        <dsp:cNvPr id="0" name=""/>
        <dsp:cNvSpPr/>
      </dsp:nvSpPr>
      <dsp:spPr>
        <a:xfrm>
          <a:off x="8745717" y="1347838"/>
          <a:ext cx="1607568" cy="17966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4142704"/>
              <a:satOff val="-7491"/>
              <a:lumOff val="5098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Log Book Pegawai yang di validasi oleh minimal Wakil </a:t>
          </a:r>
          <a:r>
            <a:rPr lang="en-US" sz="1600" b="1" kern="1200" dirty="0" err="1">
              <a:latin typeface="Arial" panose="020B0604020202020204" pitchFamily="34" charset="0"/>
              <a:cs typeface="Arial" panose="020B0604020202020204" pitchFamily="34" charset="0"/>
            </a:rPr>
            <a:t>Kepala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600" b="1" kern="1200" dirty="0" err="1">
              <a:latin typeface="Arial" panose="020B0604020202020204" pitchFamily="34" charset="0"/>
              <a:cs typeface="Arial" panose="020B0604020202020204" pitchFamily="34" charset="0"/>
            </a:rPr>
            <a:t>Satuan</a:t>
          </a:r>
          <a:r>
            <a:rPr lang="en-US" sz="1600" b="1" kern="1200" dirty="0">
              <a:latin typeface="Arial" panose="020B0604020202020204" pitchFamily="34" charset="0"/>
              <a:cs typeface="Arial" panose="020B0604020202020204" pitchFamily="34" charset="0"/>
            </a:rPr>
            <a:t> Kerja</a:t>
          </a:r>
          <a:endParaRPr lang="en-ID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792801" y="1394922"/>
        <a:ext cx="1513400" cy="170245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5069F1-94DF-4D8C-90EB-05BB43029F8D}">
      <dsp:nvSpPr>
        <dsp:cNvPr id="0" name=""/>
        <dsp:cNvSpPr/>
      </dsp:nvSpPr>
      <dsp:spPr>
        <a:xfrm>
          <a:off x="747117" y="0"/>
          <a:ext cx="8467328" cy="3857625"/>
        </a:xfrm>
        <a:prstGeom prst="rightArrow">
          <a:avLst/>
        </a:prstGeom>
        <a:solidFill>
          <a:schemeClr val="accent5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FC829A-56B4-41BD-A6B0-14D2D0F3023A}">
      <dsp:nvSpPr>
        <dsp:cNvPr id="0" name=""/>
        <dsp:cNvSpPr/>
      </dsp:nvSpPr>
      <dsp:spPr>
        <a:xfrm>
          <a:off x="784" y="1157287"/>
          <a:ext cx="1848412" cy="1543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solidFill>
                <a:schemeClr val="tx1"/>
              </a:solidFill>
            </a:rPr>
            <a:t>IKU RSB</a:t>
          </a:r>
          <a:endParaRPr lang="en-ID" sz="3100" kern="1200">
            <a:solidFill>
              <a:schemeClr val="tx1"/>
            </a:solidFill>
          </a:endParaRPr>
        </a:p>
      </dsp:txBody>
      <dsp:txXfrm>
        <a:off x="76109" y="1232612"/>
        <a:ext cx="1697762" cy="1392400"/>
      </dsp:txXfrm>
    </dsp:sp>
    <dsp:sp modelId="{B6AD5F7D-19B1-416F-87C3-5E2DA17AB79E}">
      <dsp:nvSpPr>
        <dsp:cNvPr id="0" name=""/>
        <dsp:cNvSpPr/>
      </dsp:nvSpPr>
      <dsp:spPr>
        <a:xfrm>
          <a:off x="2028679" y="1157287"/>
          <a:ext cx="1848412" cy="1543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chemeClr val="tx1"/>
              </a:solidFill>
            </a:rPr>
            <a:t>IKT</a:t>
          </a:r>
        </a:p>
      </dsp:txBody>
      <dsp:txXfrm>
        <a:off x="2104004" y="1232612"/>
        <a:ext cx="1697762" cy="1392400"/>
      </dsp:txXfrm>
    </dsp:sp>
    <dsp:sp modelId="{9D02A726-1A49-4A4B-9FEB-0FB73D725D2E}">
      <dsp:nvSpPr>
        <dsp:cNvPr id="0" name=""/>
        <dsp:cNvSpPr/>
      </dsp:nvSpPr>
      <dsp:spPr>
        <a:xfrm>
          <a:off x="4056575" y="1157287"/>
          <a:ext cx="1848412" cy="1543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chemeClr val="tx1"/>
              </a:solidFill>
            </a:rPr>
            <a:t>IKU BLU</a:t>
          </a:r>
        </a:p>
      </dsp:txBody>
      <dsp:txXfrm>
        <a:off x="4131900" y="1232612"/>
        <a:ext cx="1697762" cy="1392400"/>
      </dsp:txXfrm>
    </dsp:sp>
    <dsp:sp modelId="{119E4A97-6B11-4387-BB1C-084FEC9C2959}">
      <dsp:nvSpPr>
        <dsp:cNvPr id="0" name=""/>
        <dsp:cNvSpPr/>
      </dsp:nvSpPr>
      <dsp:spPr>
        <a:xfrm>
          <a:off x="6084470" y="1157287"/>
          <a:ext cx="1848412" cy="1543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>
              <a:solidFill>
                <a:schemeClr val="tx1"/>
              </a:solidFill>
            </a:rPr>
            <a:t>IKU Satker</a:t>
          </a:r>
          <a:endParaRPr lang="en-US" sz="3100" kern="1200" dirty="0">
            <a:solidFill>
              <a:schemeClr val="tx1"/>
            </a:solidFill>
          </a:endParaRPr>
        </a:p>
      </dsp:txBody>
      <dsp:txXfrm>
        <a:off x="6159795" y="1232612"/>
        <a:ext cx="1697762" cy="1392400"/>
      </dsp:txXfrm>
    </dsp:sp>
    <dsp:sp modelId="{03BFC1F4-71E6-428B-8F1F-A5796AA939AD}">
      <dsp:nvSpPr>
        <dsp:cNvPr id="0" name=""/>
        <dsp:cNvSpPr/>
      </dsp:nvSpPr>
      <dsp:spPr>
        <a:xfrm>
          <a:off x="8112366" y="1157287"/>
          <a:ext cx="1848412" cy="1543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chemeClr val="tx1"/>
              </a:solidFill>
            </a:rPr>
            <a:t>IKU </a:t>
          </a:r>
          <a:r>
            <a:rPr lang="en-US" sz="3100" kern="1200" dirty="0" err="1">
              <a:solidFill>
                <a:schemeClr val="tx1"/>
              </a:solidFill>
            </a:rPr>
            <a:t>Prioritas</a:t>
          </a:r>
          <a:endParaRPr lang="en-ID" sz="3100" kern="1200" dirty="0">
            <a:solidFill>
              <a:schemeClr val="tx1"/>
            </a:solidFill>
          </a:endParaRPr>
        </a:p>
      </dsp:txBody>
      <dsp:txXfrm>
        <a:off x="8187691" y="1232612"/>
        <a:ext cx="1697762" cy="13924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D00F7-4B19-4995-90E1-827A0409AB1D}">
      <dsp:nvSpPr>
        <dsp:cNvPr id="0" name=""/>
        <dsp:cNvSpPr/>
      </dsp:nvSpPr>
      <dsp:spPr>
        <a:xfrm>
          <a:off x="418776" y="2218"/>
          <a:ext cx="3207973" cy="9699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Nama </a:t>
          </a:r>
          <a:r>
            <a:rPr lang="en-US" sz="2000" b="1" kern="1200" dirty="0" err="1">
              <a:latin typeface="Arial" panose="020B0604020202020204" pitchFamily="34" charset="0"/>
              <a:cs typeface="Arial" panose="020B0604020202020204" pitchFamily="34" charset="0"/>
            </a:rPr>
            <a:t>kegiatan</a:t>
          </a: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>
              <a:latin typeface="Arial" panose="020B0604020202020204" pitchFamily="34" charset="0"/>
              <a:cs typeface="Arial" panose="020B0604020202020204" pitchFamily="34" charset="0"/>
            </a:rPr>
            <a:t>harian</a:t>
          </a:r>
          <a:endParaRPr lang="en-ID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8776" y="2218"/>
        <a:ext cx="3207973" cy="969964"/>
      </dsp:txXfrm>
    </dsp:sp>
    <dsp:sp modelId="{727ABF9E-6006-451C-A1A4-DBF479DBBC83}">
      <dsp:nvSpPr>
        <dsp:cNvPr id="0" name=""/>
        <dsp:cNvSpPr/>
      </dsp:nvSpPr>
      <dsp:spPr>
        <a:xfrm>
          <a:off x="418776" y="1020680"/>
          <a:ext cx="3207973" cy="969964"/>
        </a:xfrm>
        <a:prstGeom prst="rect">
          <a:avLst/>
        </a:prstGeom>
        <a:solidFill>
          <a:schemeClr val="accent2">
            <a:hueOff val="-2188608"/>
            <a:satOff val="-1975"/>
            <a:lumOff val="-44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" panose="020B0604020202020204" pitchFamily="34" charset="0"/>
              <a:cs typeface="Arial" panose="020B0604020202020204" pitchFamily="34" charset="0"/>
            </a:rPr>
            <a:t>Target </a:t>
          </a:r>
          <a:r>
            <a:rPr lang="en-US" sz="2000" b="1" kern="1200" dirty="0" err="1">
              <a:latin typeface="Arial" panose="020B0604020202020204" pitchFamily="34" charset="0"/>
              <a:cs typeface="Arial" panose="020B0604020202020204" pitchFamily="34" charset="0"/>
            </a:rPr>
            <a:t>kegiatan</a:t>
          </a:r>
          <a:endParaRPr lang="en-US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8776" y="1020680"/>
        <a:ext cx="3207973" cy="969964"/>
      </dsp:txXfrm>
    </dsp:sp>
    <dsp:sp modelId="{E7F0E37F-77DB-476E-BE70-54790AAE897E}">
      <dsp:nvSpPr>
        <dsp:cNvPr id="0" name=""/>
        <dsp:cNvSpPr/>
      </dsp:nvSpPr>
      <dsp:spPr>
        <a:xfrm>
          <a:off x="418776" y="2039142"/>
          <a:ext cx="3207973" cy="969964"/>
        </a:xfrm>
        <a:prstGeom prst="rect">
          <a:avLst/>
        </a:prstGeom>
        <a:solidFill>
          <a:schemeClr val="accent2">
            <a:hueOff val="-4377215"/>
            <a:satOff val="-3950"/>
            <a:lumOff val="-88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" panose="020B0604020202020204" pitchFamily="34" charset="0"/>
              <a:cs typeface="Arial" panose="020B0604020202020204" pitchFamily="34" charset="0"/>
            </a:rPr>
            <a:t>Tanggal kegiatan</a:t>
          </a:r>
          <a:endParaRPr lang="en-US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8776" y="2039142"/>
        <a:ext cx="3207973" cy="969964"/>
      </dsp:txXfrm>
    </dsp:sp>
    <dsp:sp modelId="{DB7251FB-DEA6-413A-A9DA-3E270573E4FC}">
      <dsp:nvSpPr>
        <dsp:cNvPr id="0" name=""/>
        <dsp:cNvSpPr/>
      </dsp:nvSpPr>
      <dsp:spPr>
        <a:xfrm>
          <a:off x="409863" y="3057605"/>
          <a:ext cx="3225800" cy="969964"/>
        </a:xfrm>
        <a:prstGeom prst="rect">
          <a:avLst/>
        </a:prstGeom>
        <a:solidFill>
          <a:schemeClr val="accent2">
            <a:hueOff val="-6565823"/>
            <a:satOff val="-5925"/>
            <a:lumOff val="-132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" panose="020B0604020202020204" pitchFamily="34" charset="0"/>
              <a:cs typeface="Arial" panose="020B0604020202020204" pitchFamily="34" charset="0"/>
            </a:rPr>
            <a:t>Realisasi kegiatan</a:t>
          </a:r>
          <a:endParaRPr lang="en-US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9863" y="3057605"/>
        <a:ext cx="3225800" cy="969964"/>
      </dsp:txXfrm>
    </dsp:sp>
    <dsp:sp modelId="{097DEB14-36B3-4A70-93F9-EE03135AB870}">
      <dsp:nvSpPr>
        <dsp:cNvPr id="0" name=""/>
        <dsp:cNvSpPr/>
      </dsp:nvSpPr>
      <dsp:spPr>
        <a:xfrm>
          <a:off x="418776" y="4076067"/>
          <a:ext cx="3207973" cy="969964"/>
        </a:xfrm>
        <a:prstGeom prst="rect">
          <a:avLst/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" panose="020B0604020202020204" pitchFamily="34" charset="0"/>
              <a:cs typeface="Arial" panose="020B0604020202020204" pitchFamily="34" charset="0"/>
            </a:rPr>
            <a:t>Capaian kegiatan</a:t>
          </a:r>
          <a:endParaRPr lang="en-ID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8776" y="4076067"/>
        <a:ext cx="3207973" cy="96996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C9DCA-D275-4948-A82A-EDAD5591250B}">
      <dsp:nvSpPr>
        <dsp:cNvPr id="0" name=""/>
        <dsp:cNvSpPr/>
      </dsp:nvSpPr>
      <dsp:spPr>
        <a:xfrm>
          <a:off x="3386666" y="0"/>
          <a:ext cx="1354666" cy="903111"/>
        </a:xfrm>
        <a:prstGeom prst="trapezoid">
          <a:avLst>
            <a:gd name="adj" fmla="val 7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Direktur</a:t>
          </a:r>
          <a:r>
            <a:rPr lang="en-US" sz="1600" kern="1200" dirty="0"/>
            <a:t> Utama</a:t>
          </a:r>
          <a:endParaRPr lang="en-ID" sz="1600" kern="1200" dirty="0"/>
        </a:p>
      </dsp:txBody>
      <dsp:txXfrm>
        <a:off x="3386666" y="0"/>
        <a:ext cx="1354666" cy="903111"/>
      </dsp:txXfrm>
    </dsp:sp>
    <dsp:sp modelId="{28B80BCD-FB7C-4CDB-9434-CB16C4C1ED4B}">
      <dsp:nvSpPr>
        <dsp:cNvPr id="0" name=""/>
        <dsp:cNvSpPr/>
      </dsp:nvSpPr>
      <dsp:spPr>
        <a:xfrm>
          <a:off x="2709333" y="903111"/>
          <a:ext cx="2709333" cy="903111"/>
        </a:xfrm>
        <a:prstGeom prst="trapezoid">
          <a:avLst>
            <a:gd name="adj" fmla="val 75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Direktur</a:t>
          </a:r>
          <a:r>
            <a:rPr lang="en-US" sz="2400" kern="1200" dirty="0"/>
            <a:t> </a:t>
          </a:r>
          <a:r>
            <a:rPr lang="en-US" sz="2400" kern="1200" dirty="0" err="1"/>
            <a:t>Teknis</a:t>
          </a:r>
          <a:endParaRPr lang="en-ID" sz="2400" kern="1200" dirty="0"/>
        </a:p>
      </dsp:txBody>
      <dsp:txXfrm>
        <a:off x="3183466" y="903111"/>
        <a:ext cx="1761066" cy="903111"/>
      </dsp:txXfrm>
    </dsp:sp>
    <dsp:sp modelId="{4B5B2A90-0F38-4620-A63A-0179C2AA8110}">
      <dsp:nvSpPr>
        <dsp:cNvPr id="0" name=""/>
        <dsp:cNvSpPr/>
      </dsp:nvSpPr>
      <dsp:spPr>
        <a:xfrm>
          <a:off x="2032000" y="1806222"/>
          <a:ext cx="4064000" cy="903111"/>
        </a:xfrm>
        <a:prstGeom prst="trapezoid">
          <a:avLst>
            <a:gd name="adj" fmla="val 75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Kepala Satuan Kerja</a:t>
          </a:r>
          <a:endParaRPr lang="en-ID" sz="2000" kern="1200" dirty="0"/>
        </a:p>
      </dsp:txBody>
      <dsp:txXfrm>
        <a:off x="2743199" y="1806222"/>
        <a:ext cx="2641600" cy="903111"/>
      </dsp:txXfrm>
    </dsp:sp>
    <dsp:sp modelId="{C76F5812-6C4E-4424-9480-1765C0827EBD}">
      <dsp:nvSpPr>
        <dsp:cNvPr id="0" name=""/>
        <dsp:cNvSpPr/>
      </dsp:nvSpPr>
      <dsp:spPr>
        <a:xfrm>
          <a:off x="1354666" y="2709333"/>
          <a:ext cx="5418666" cy="903111"/>
        </a:xfrm>
        <a:prstGeom prst="trapezoid">
          <a:avLst>
            <a:gd name="adj" fmla="val 75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Wakil Kepala Satuan Kerja</a:t>
          </a:r>
          <a:endParaRPr lang="en-ID" sz="2400" kern="1200" dirty="0"/>
        </a:p>
      </dsp:txBody>
      <dsp:txXfrm>
        <a:off x="2302933" y="2709333"/>
        <a:ext cx="3522133" cy="903111"/>
      </dsp:txXfrm>
    </dsp:sp>
    <dsp:sp modelId="{105D6E6F-7210-41B8-81AF-D952B68F52B1}">
      <dsp:nvSpPr>
        <dsp:cNvPr id="0" name=""/>
        <dsp:cNvSpPr/>
      </dsp:nvSpPr>
      <dsp:spPr>
        <a:xfrm>
          <a:off x="677333" y="3612444"/>
          <a:ext cx="6773333" cy="903111"/>
        </a:xfrm>
        <a:prstGeom prst="trapezoid">
          <a:avLst>
            <a:gd name="adj" fmla="val 75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Penanggung</a:t>
          </a:r>
          <a:r>
            <a:rPr lang="en-US" sz="2400" kern="1200" dirty="0"/>
            <a:t> Jawab</a:t>
          </a:r>
          <a:endParaRPr lang="en-ID" sz="2400" kern="1200" dirty="0"/>
        </a:p>
      </dsp:txBody>
      <dsp:txXfrm>
        <a:off x="1862666" y="3612444"/>
        <a:ext cx="4402666" cy="903111"/>
      </dsp:txXfrm>
    </dsp:sp>
    <dsp:sp modelId="{FFB50638-F3EF-419E-BFB8-66FCEACEE60D}">
      <dsp:nvSpPr>
        <dsp:cNvPr id="0" name=""/>
        <dsp:cNvSpPr/>
      </dsp:nvSpPr>
      <dsp:spPr>
        <a:xfrm>
          <a:off x="0" y="4515555"/>
          <a:ext cx="8128000" cy="903111"/>
        </a:xfrm>
        <a:prstGeom prst="trapezoid">
          <a:avLst>
            <a:gd name="adj" fmla="val 7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Staf</a:t>
          </a:r>
          <a:r>
            <a:rPr lang="en-US" sz="2400" kern="1200" dirty="0"/>
            <a:t> </a:t>
          </a:r>
          <a:r>
            <a:rPr lang="en-US" sz="2400" kern="1200" dirty="0" err="1"/>
            <a:t>Pelaksana</a:t>
          </a:r>
          <a:endParaRPr lang="en-ID" sz="2400" kern="1200" dirty="0"/>
        </a:p>
      </dsp:txBody>
      <dsp:txXfrm>
        <a:off x="1422399" y="4515555"/>
        <a:ext cx="5283200" cy="9031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3973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38683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218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706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6435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445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0161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3076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324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5082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59731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5342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65857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4509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667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3867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8409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755903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49332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3283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92648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99311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6091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38006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96954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79955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44357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77391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365284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291107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29184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21585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33926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552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40832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6658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99770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4815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96478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68386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D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782861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D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79035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60884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84741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030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41314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942200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34259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82255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7901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85270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58648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46750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247095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6989193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308219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948623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3769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300958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159015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363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80592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745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4711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D460C58-0E26-4E11-A0BB-AF8446E271C7}" type="datetimeFigureOut">
              <a:rPr lang="en-ID" smtClean="0"/>
              <a:t>03/03/2023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CAA7946-C5B2-4714-9E73-90BFA97E37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6405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  <p:sldLayoutId id="214748382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6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B2F3-C7D4-415B-85E5-4483AA1E68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RANCANGAN</a:t>
            </a:r>
            <a:br>
              <a:rPr lang="en-US" dirty="0"/>
            </a:br>
            <a:r>
              <a:rPr lang="en-US" dirty="0"/>
              <a:t>E-REMUNERASI RSF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B6AB7-82E2-4D05-B1D1-C41C93564C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JAKARTA, MARET 2023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792929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900545"/>
          </a:xfrm>
        </p:spPr>
        <p:txBody>
          <a:bodyPr/>
          <a:lstStyle/>
          <a:p>
            <a:r>
              <a:rPr lang="en-US" dirty="0" err="1"/>
              <a:t>identifikasi</a:t>
            </a:r>
            <a:endParaRPr lang="en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72FBF7-7604-4726-B4AB-766D157CED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5901030"/>
              </p:ext>
            </p:extLst>
          </p:nvPr>
        </p:nvGraphicFramePr>
        <p:xfrm>
          <a:off x="2107493" y="886690"/>
          <a:ext cx="7966363" cy="5528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00269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15" y="62201"/>
            <a:ext cx="10353761" cy="900545"/>
          </a:xfrm>
        </p:spPr>
        <p:txBody>
          <a:bodyPr>
            <a:normAutofit fontScale="90000"/>
          </a:bodyPr>
          <a:lstStyle/>
          <a:p>
            <a:r>
              <a:rPr lang="nn-NO" dirty="0"/>
              <a:t>Identifikasi format</a:t>
            </a:r>
            <a:br>
              <a:rPr lang="nn-NO" dirty="0"/>
            </a:br>
            <a:r>
              <a:rPr lang="nn-NO" dirty="0"/>
              <a:t>Indeks Kinerja Individu</a:t>
            </a:r>
            <a:endParaRPr lang="en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D13EF0-0DC4-4996-BEFD-9B63201A3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4291712"/>
              </p:ext>
            </p:extLst>
          </p:nvPr>
        </p:nvGraphicFramePr>
        <p:xfrm>
          <a:off x="-124692" y="1599909"/>
          <a:ext cx="3408219" cy="51748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5BBE3E6-5CA6-48F7-B539-0803D72B35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6236088"/>
              </p:ext>
            </p:extLst>
          </p:nvPr>
        </p:nvGraphicFramePr>
        <p:xfrm>
          <a:off x="2840182" y="962747"/>
          <a:ext cx="9185564" cy="581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309101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900545"/>
          </a:xfrm>
        </p:spPr>
        <p:txBody>
          <a:bodyPr>
            <a:normAutofit/>
          </a:bodyPr>
          <a:lstStyle/>
          <a:p>
            <a:r>
              <a:rPr lang="nn-NO" dirty="0"/>
              <a:t>Identifikasi Kelompok jabatan</a:t>
            </a:r>
            <a:endParaRPr lang="en-ID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4E108DD-0DC2-49C2-BD2A-C9090E4DB9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7050035"/>
              </p:ext>
            </p:extLst>
          </p:nvPr>
        </p:nvGraphicFramePr>
        <p:xfrm>
          <a:off x="180831" y="1062181"/>
          <a:ext cx="4505469" cy="381352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78364">
                  <a:extLst>
                    <a:ext uri="{9D8B030D-6E8A-4147-A177-3AD203B41FA5}">
                      <a16:colId xmlns:a16="http://schemas.microsoft.com/office/drawing/2014/main" val="944745835"/>
                    </a:ext>
                  </a:extLst>
                </a:gridCol>
                <a:gridCol w="2487336">
                  <a:extLst>
                    <a:ext uri="{9D8B030D-6E8A-4147-A177-3AD203B41FA5}">
                      <a16:colId xmlns:a16="http://schemas.microsoft.com/office/drawing/2014/main" val="3224769903"/>
                    </a:ext>
                  </a:extLst>
                </a:gridCol>
                <a:gridCol w="1339769">
                  <a:extLst>
                    <a:ext uri="{9D8B030D-6E8A-4147-A177-3AD203B41FA5}">
                      <a16:colId xmlns:a16="http://schemas.microsoft.com/office/drawing/2014/main" val="1836915015"/>
                    </a:ext>
                  </a:extLst>
                </a:gridCol>
              </a:tblGrid>
              <a:tr h="695817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JABATAN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KELOMPOK </a:t>
                      </a:r>
                      <a:b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JABATAN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8377407"/>
                  </a:ext>
                </a:extLst>
              </a:tr>
              <a:tr h="288786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8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DEWAN PENGAWAS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DEWAS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607163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DIREKSI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DIREKSI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893272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MEDIK SPESIALIS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6989712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MEDIK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91626013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NURSE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2126715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PENUNJANG MEDIK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894503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STRATEGIC LEADER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39718539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OPERATIONAL LEADER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76528978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OPERATIONAL STAF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7481350"/>
                  </a:ext>
                </a:extLst>
              </a:tr>
              <a:tr h="360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8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 RANK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0916289"/>
                  </a:ext>
                </a:extLst>
              </a:tr>
            </a:tbl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75C6338-A211-4550-8254-D19E7F7C06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65797"/>
              </p:ext>
            </p:extLst>
          </p:nvPr>
        </p:nvGraphicFramePr>
        <p:xfrm>
          <a:off x="4940300" y="1062181"/>
          <a:ext cx="6558265" cy="5379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07984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900545"/>
          </a:xfrm>
        </p:spPr>
        <p:txBody>
          <a:bodyPr>
            <a:normAutofit/>
          </a:bodyPr>
          <a:lstStyle/>
          <a:p>
            <a:r>
              <a:rPr lang="nn-NO" dirty="0">
                <a:latin typeface="Arial" panose="020B0604020202020204" pitchFamily="34" charset="0"/>
                <a:cs typeface="Arial" panose="020B0604020202020204" pitchFamily="34" charset="0"/>
              </a:rPr>
              <a:t>Identifikasi Sumber Data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094C7D-C650-4332-9276-A0B9EA3212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983246"/>
              </p:ext>
            </p:extLst>
          </p:nvPr>
        </p:nvGraphicFramePr>
        <p:xfrm>
          <a:off x="914400" y="762000"/>
          <a:ext cx="10353675" cy="5422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80760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900545"/>
          </a:xfrm>
        </p:spPr>
        <p:txBody>
          <a:bodyPr>
            <a:normAutofit/>
          </a:bodyPr>
          <a:lstStyle/>
          <a:p>
            <a:r>
              <a:rPr lang="nn-NO" dirty="0">
                <a:latin typeface="Arial" panose="020B0604020202020204" pitchFamily="34" charset="0"/>
                <a:cs typeface="Arial" panose="020B0604020202020204" pitchFamily="34" charset="0"/>
              </a:rPr>
              <a:t>Identifikasi REKAPITULASI Data</a:t>
            </a:r>
            <a:endParaRPr lang="en-ID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017CDF-68E3-49A0-9143-D6560AD8E9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0866262"/>
              </p:ext>
            </p:extLst>
          </p:nvPr>
        </p:nvGraphicFramePr>
        <p:xfrm>
          <a:off x="914400" y="762000"/>
          <a:ext cx="11014364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57678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1" cy="900545"/>
          </a:xfrm>
        </p:spPr>
        <p:txBody>
          <a:bodyPr>
            <a:normAutofit/>
          </a:bodyPr>
          <a:lstStyle/>
          <a:p>
            <a:r>
              <a:rPr lang="nn-NO" dirty="0">
                <a:latin typeface="Arial" panose="020B0604020202020204" pitchFamily="34" charset="0"/>
                <a:cs typeface="Arial" panose="020B0604020202020204" pitchFamily="34" charset="0"/>
              </a:rPr>
              <a:t>Identifikasi Metode Validasi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796B96-F035-4B62-88C6-BDF5EFFB50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8643750"/>
              </p:ext>
            </p:extLst>
          </p:nvPr>
        </p:nvGraphicFramePr>
        <p:xfrm>
          <a:off x="913795" y="969168"/>
          <a:ext cx="10353675" cy="5320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71399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8" y="588818"/>
            <a:ext cx="10612582" cy="678873"/>
          </a:xfrm>
        </p:spPr>
        <p:txBody>
          <a:bodyPr/>
          <a:lstStyle/>
          <a:p>
            <a:r>
              <a:rPr lang="en-US" b="1" dirty="0"/>
              <a:t>PEMBUATAN DATA MASTER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9943C-EC05-4CE3-8905-2E0D91668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828" y="1302327"/>
            <a:ext cx="10353762" cy="462741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nn-NO" dirty="0"/>
              <a:t>Master skor target satuan kerja</a:t>
            </a:r>
          </a:p>
          <a:p>
            <a:pPr marL="457200" indent="-457200">
              <a:buFont typeface="+mj-lt"/>
              <a:buAutoNum type="arabicPeriod"/>
            </a:pPr>
            <a:r>
              <a:rPr lang="nn-NO" dirty="0"/>
              <a:t>Master skor grup tindakan</a:t>
            </a:r>
          </a:p>
          <a:p>
            <a:pPr marL="457200" indent="-457200">
              <a:buFont typeface="+mj-lt"/>
              <a:buAutoNum type="arabicPeriod"/>
            </a:pPr>
            <a:r>
              <a:rPr lang="nn-NO" dirty="0"/>
              <a:t>Master perhitungan jabatan rangkap</a:t>
            </a:r>
          </a:p>
          <a:p>
            <a:pPr marL="457200" indent="-457200">
              <a:buFont typeface="+mj-lt"/>
              <a:buAutoNum type="arabicPeriod"/>
            </a:pPr>
            <a:r>
              <a:rPr lang="nn-NO" dirty="0"/>
              <a:t>Master Corporate Grading</a:t>
            </a:r>
          </a:p>
          <a:p>
            <a:pPr marL="457200" indent="-457200">
              <a:buFont typeface="+mj-lt"/>
              <a:buAutoNum type="arabicPeriod"/>
            </a:pPr>
            <a:r>
              <a:rPr lang="nn-NO" dirty="0"/>
              <a:t>Master jabatan ( satuan kerja - satuan kerja sub - kelompok - individu )</a:t>
            </a:r>
          </a:p>
          <a:p>
            <a:pPr marL="457200" indent="-457200">
              <a:buFont typeface="+mj-lt"/>
              <a:buAutoNum type="arabicPeriod"/>
            </a:pPr>
            <a:r>
              <a:rPr lang="nn-NO" dirty="0"/>
              <a:t>Master PIR</a:t>
            </a:r>
          </a:p>
          <a:p>
            <a:pPr marL="457200" indent="-457200">
              <a:buFont typeface="+mj-lt"/>
              <a:buAutoNum type="arabicPeriod"/>
            </a:pPr>
            <a:r>
              <a:rPr lang="nn-NO" dirty="0"/>
              <a:t>Master Waktu Hadir</a:t>
            </a:r>
          </a:p>
        </p:txBody>
      </p:sp>
    </p:spTree>
    <p:extLst>
      <p:ext uri="{BB962C8B-B14F-4D97-AF65-F5344CB8AC3E}">
        <p14:creationId xmlns:p14="http://schemas.microsoft.com/office/powerpoint/2010/main" val="26135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8" y="96982"/>
            <a:ext cx="10612582" cy="1170709"/>
          </a:xfrm>
        </p:spPr>
        <p:txBody>
          <a:bodyPr>
            <a:normAutofit/>
          </a:bodyPr>
          <a:lstStyle/>
          <a:p>
            <a:r>
              <a:rPr lang="nn-NO" b="1" dirty="0"/>
              <a:t>MASTER SKOR TARGET SATUAN KERJA</a:t>
            </a:r>
            <a:br>
              <a:rPr lang="nn-NO" b="1" dirty="0"/>
            </a:br>
            <a:r>
              <a:rPr lang="nn-NO" sz="1600" b="1" dirty="0"/>
              <a:t>( SATUAN KERJA - SATUAN KERJA SUB - KELOMPOK - INDIVIDU )</a:t>
            </a:r>
            <a:endParaRPr lang="nn-NO" b="1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CD759B78-A09D-4D57-A2F2-43AF1230FC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494880"/>
              </p:ext>
            </p:extLst>
          </p:nvPr>
        </p:nvGraphicFramePr>
        <p:xfrm>
          <a:off x="1638300" y="1203960"/>
          <a:ext cx="8915400" cy="22250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41664">
                  <a:extLst>
                    <a:ext uri="{9D8B030D-6E8A-4147-A177-3AD203B41FA5}">
                      <a16:colId xmlns:a16="http://schemas.microsoft.com/office/drawing/2014/main" val="1025724419"/>
                    </a:ext>
                  </a:extLst>
                </a:gridCol>
                <a:gridCol w="5101936">
                  <a:extLst>
                    <a:ext uri="{9D8B030D-6E8A-4147-A177-3AD203B41FA5}">
                      <a16:colId xmlns:a16="http://schemas.microsoft.com/office/drawing/2014/main" val="521623537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781298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KSM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 SKOR</a:t>
                      </a:r>
                      <a:endParaRPr lang="en-ID" sz="2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931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KSM </a:t>
                      </a:r>
                      <a:r>
                        <a:rPr lang="en-ID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Anestesiologi</a:t>
                      </a:r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en-ID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Terapi</a:t>
                      </a:r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Intensif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1.912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1392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KSM </a:t>
                      </a:r>
                      <a:r>
                        <a:rPr lang="en-ID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Bedah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2.203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755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KSM Gizi Klinik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902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733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KSM </a:t>
                      </a:r>
                      <a:r>
                        <a:rPr lang="en-ID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Jantung</a:t>
                      </a:r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ID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Intervensi</a:t>
                      </a:r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2.785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377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KSM </a:t>
                      </a:r>
                      <a:r>
                        <a:rPr lang="en-ID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Jantung</a:t>
                      </a:r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(Non </a:t>
                      </a:r>
                      <a:r>
                        <a:rPr lang="en-ID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Intervensi</a:t>
                      </a:r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2.500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1903160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6688A72-BFE2-423A-87C1-E027871DCD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9718095"/>
              </p:ext>
            </p:extLst>
          </p:nvPr>
        </p:nvGraphicFramePr>
        <p:xfrm>
          <a:off x="1638300" y="3727681"/>
          <a:ext cx="9791700" cy="2473325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528987">
                  <a:extLst>
                    <a:ext uri="{9D8B030D-6E8A-4147-A177-3AD203B41FA5}">
                      <a16:colId xmlns:a16="http://schemas.microsoft.com/office/drawing/2014/main" val="1025724419"/>
                    </a:ext>
                  </a:extLst>
                </a:gridCol>
                <a:gridCol w="2030640">
                  <a:extLst>
                    <a:ext uri="{9D8B030D-6E8A-4147-A177-3AD203B41FA5}">
                      <a16:colId xmlns:a16="http://schemas.microsoft.com/office/drawing/2014/main" val="52162353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781298558"/>
                    </a:ext>
                  </a:extLst>
                </a:gridCol>
                <a:gridCol w="2925892">
                  <a:extLst>
                    <a:ext uri="{9D8B030D-6E8A-4147-A177-3AD203B41FA5}">
                      <a16:colId xmlns:a16="http://schemas.microsoft.com/office/drawing/2014/main" val="3815535606"/>
                    </a:ext>
                  </a:extLst>
                </a:gridCol>
                <a:gridCol w="1867781">
                  <a:extLst>
                    <a:ext uri="{9D8B030D-6E8A-4147-A177-3AD203B41FA5}">
                      <a16:colId xmlns:a16="http://schemas.microsoft.com/office/drawing/2014/main" val="3367918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SATUAN KERJA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SATUAN KERJA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INDIVIDU</a:t>
                      </a:r>
                      <a:endParaRPr lang="en-ID" sz="2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 SKOR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931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KSM </a:t>
                      </a:r>
                      <a:r>
                        <a:rPr lang="en-ID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Jantung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Intervensi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dr.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Achyar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2.785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13921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KSM </a:t>
                      </a:r>
                      <a:r>
                        <a:rPr lang="en-ID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Jantung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 </a:t>
                      </a:r>
                      <a:r>
                        <a:rPr lang="en-US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Intervensi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dr. Budi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Ario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2.500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755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Radiologi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Radiografer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Dini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Hendriani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AMd.Rad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927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85814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KS SDM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Administrasi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Yudi Ade 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Suripno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899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733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73771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906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8" y="150668"/>
            <a:ext cx="10612582" cy="678873"/>
          </a:xfrm>
        </p:spPr>
        <p:txBody>
          <a:bodyPr>
            <a:normAutofit fontScale="90000"/>
          </a:bodyPr>
          <a:lstStyle/>
          <a:p>
            <a:r>
              <a:rPr lang="nn-NO" b="1" dirty="0"/>
              <a:t>MASTER SKOR GRUP TINDAKAN</a:t>
            </a:r>
            <a:br>
              <a:rPr lang="nn-NO" b="1" dirty="0"/>
            </a:br>
            <a:r>
              <a:rPr lang="nn-NO" b="1" dirty="0"/>
              <a:t>(MEDIK SPESIALIS)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01D483AE-CD9B-4D3F-8506-3B39277ABF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5034958"/>
              </p:ext>
            </p:extLst>
          </p:nvPr>
        </p:nvGraphicFramePr>
        <p:xfrm>
          <a:off x="2631440" y="1181367"/>
          <a:ext cx="8965475" cy="552596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84481">
                  <a:extLst>
                    <a:ext uri="{9D8B030D-6E8A-4147-A177-3AD203B41FA5}">
                      <a16:colId xmlns:a16="http://schemas.microsoft.com/office/drawing/2014/main" val="1025724419"/>
                    </a:ext>
                  </a:extLst>
                </a:gridCol>
                <a:gridCol w="2560765">
                  <a:extLst>
                    <a:ext uri="{9D8B030D-6E8A-4147-A177-3AD203B41FA5}">
                      <a16:colId xmlns:a16="http://schemas.microsoft.com/office/drawing/2014/main" val="521623537"/>
                    </a:ext>
                  </a:extLst>
                </a:gridCol>
                <a:gridCol w="4812306">
                  <a:extLst>
                    <a:ext uri="{9D8B030D-6E8A-4147-A177-3AD203B41FA5}">
                      <a16:colId xmlns:a16="http://schemas.microsoft.com/office/drawing/2014/main" val="517638247"/>
                    </a:ext>
                  </a:extLst>
                </a:gridCol>
                <a:gridCol w="1007923">
                  <a:extLst>
                    <a:ext uri="{9D8B030D-6E8A-4147-A177-3AD203B41FA5}">
                      <a16:colId xmlns:a16="http://schemas.microsoft.com/office/drawing/2014/main" val="781298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KSM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NAMA TINDAKAN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SKOR</a:t>
                      </a:r>
                      <a:endParaRPr lang="en-ID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931436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KSM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Anestesiologi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&amp;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Terapi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Intensif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Ablatio retina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1392113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Achilles Tendon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Lengthteng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(ATL)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46702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023367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Acute Pain Service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47,5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789651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Adenoidektomi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82,5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7048516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KSM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Bedah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Adesialisis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0866404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Af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Hecting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(UE)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6553604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AFF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Dj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Sten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Lokal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755851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AFF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Dj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Narkose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B.urologi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733572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Amputasi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377123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KSM Jiwa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Hipnoterapi (Jiwa-PGH)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7,5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219031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Konseling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Psikologi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7,5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011695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Psikoterapi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Psikologi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6,5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3872268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Reiaxasi (Jiwa)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1010446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Tes</a:t>
                      </a:r>
                      <a:r>
                        <a:rPr lang="en-ID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Psikologi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en-ID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1479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7473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8" y="150668"/>
            <a:ext cx="10612582" cy="678873"/>
          </a:xfrm>
        </p:spPr>
        <p:txBody>
          <a:bodyPr>
            <a:normAutofit fontScale="90000"/>
          </a:bodyPr>
          <a:lstStyle/>
          <a:p>
            <a:r>
              <a:rPr lang="nn-NO" b="1" dirty="0"/>
              <a:t>MASTER SKOR GRUP TINDAKAN</a:t>
            </a:r>
            <a:br>
              <a:rPr lang="nn-NO" b="1" dirty="0"/>
            </a:br>
            <a:r>
              <a:rPr lang="nn-NO" b="1" dirty="0"/>
              <a:t>(MEDIK SPESIALIS)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01D483AE-CD9B-4D3F-8506-3B39277ABF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769270"/>
              </p:ext>
            </p:extLst>
          </p:nvPr>
        </p:nvGraphicFramePr>
        <p:xfrm>
          <a:off x="2283360" y="1345210"/>
          <a:ext cx="9204697" cy="445833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734236">
                  <a:extLst>
                    <a:ext uri="{9D8B030D-6E8A-4147-A177-3AD203B41FA5}">
                      <a16:colId xmlns:a16="http://schemas.microsoft.com/office/drawing/2014/main" val="1025724419"/>
                    </a:ext>
                  </a:extLst>
                </a:gridCol>
                <a:gridCol w="3072916">
                  <a:extLst>
                    <a:ext uri="{9D8B030D-6E8A-4147-A177-3AD203B41FA5}">
                      <a16:colId xmlns:a16="http://schemas.microsoft.com/office/drawing/2014/main" val="521623537"/>
                    </a:ext>
                  </a:extLst>
                </a:gridCol>
                <a:gridCol w="3970317">
                  <a:extLst>
                    <a:ext uri="{9D8B030D-6E8A-4147-A177-3AD203B41FA5}">
                      <a16:colId xmlns:a16="http://schemas.microsoft.com/office/drawing/2014/main" val="517638247"/>
                    </a:ext>
                  </a:extLst>
                </a:gridCol>
                <a:gridCol w="1427228">
                  <a:extLst>
                    <a:ext uri="{9D8B030D-6E8A-4147-A177-3AD203B41FA5}">
                      <a16:colId xmlns:a16="http://schemas.microsoft.com/office/drawing/2014/main" val="781298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KSM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NAMA TINDAKAN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SKOR</a:t>
                      </a:r>
                      <a:endParaRPr lang="en-ID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9314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KSM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Jantung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Intervensi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Pericardiosentesis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(Cath Lab)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78,75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0661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POBA + 1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Ballon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(Cath Lab)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7468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PTCA + 1 Stent Des + 1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Ballon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(1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Pembuluh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Darah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 (Cath Lab)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9036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PTCA + 2 Stent Des + 2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Ballon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(2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Pembuluh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Darah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 (Cath Lab)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1907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TEE (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Transoeso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Phageal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Echo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Cardiolgraphy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117,5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750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ctr"/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KSM Jantung (Non Intervensi)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Urodinamik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F!ow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/ Flow EMG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774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Vascular Doppler (VD)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21,25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3586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EKG Dasar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1740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EKG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Standar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Lengkap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Jantung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33975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lvl="0" algn="l" fontAlgn="b"/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HolterMonitoring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21,25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84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1475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8" y="588818"/>
            <a:ext cx="10612582" cy="678873"/>
          </a:xfrm>
        </p:spPr>
        <p:txBody>
          <a:bodyPr/>
          <a:lstStyle/>
          <a:p>
            <a:r>
              <a:rPr lang="nn-NO" b="1" dirty="0"/>
              <a:t>MASTER PERHITUNGAN JABATAN RANGKAP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EEABCEF-8A5C-485C-8D2F-59D4347161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7149080"/>
              </p:ext>
            </p:extLst>
          </p:nvPr>
        </p:nvGraphicFramePr>
        <p:xfrm>
          <a:off x="1638300" y="1267691"/>
          <a:ext cx="8780318" cy="403859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03118">
                  <a:extLst>
                    <a:ext uri="{9D8B030D-6E8A-4147-A177-3AD203B41FA5}">
                      <a16:colId xmlns:a16="http://schemas.microsoft.com/office/drawing/2014/main" val="2237535245"/>
                    </a:ext>
                  </a:extLst>
                </a:gridCol>
                <a:gridCol w="1884218">
                  <a:extLst>
                    <a:ext uri="{9D8B030D-6E8A-4147-A177-3AD203B41FA5}">
                      <a16:colId xmlns:a16="http://schemas.microsoft.com/office/drawing/2014/main" val="3503653748"/>
                    </a:ext>
                  </a:extLst>
                </a:gridCol>
                <a:gridCol w="4043331">
                  <a:extLst>
                    <a:ext uri="{9D8B030D-6E8A-4147-A177-3AD203B41FA5}">
                      <a16:colId xmlns:a16="http://schemas.microsoft.com/office/drawing/2014/main" val="2102072226"/>
                    </a:ext>
                  </a:extLst>
                </a:gridCol>
                <a:gridCol w="2149651">
                  <a:extLst>
                    <a:ext uri="{9D8B030D-6E8A-4147-A177-3AD203B41FA5}">
                      <a16:colId xmlns:a16="http://schemas.microsoft.com/office/drawing/2014/main" val="1929003025"/>
                    </a:ext>
                  </a:extLst>
                </a:gridCol>
              </a:tblGrid>
              <a:tr h="71670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NO.</a:t>
                      </a:r>
                      <a:endParaRPr lang="en-ID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KODE JABATAN</a:t>
                      </a:r>
                      <a:endParaRPr lang="en-ID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JABATAN</a:t>
                      </a:r>
                      <a:endParaRPr lang="en-ID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NILAI PERSEN TARGET</a:t>
                      </a:r>
                      <a:endParaRPr lang="en-ID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7722646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RKP_01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Koordinator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80%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513892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RKP_02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Sub </a:t>
                      </a:r>
                      <a:r>
                        <a:rPr lang="en-US" b="1" dirty="0" err="1"/>
                        <a:t>Koordinator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90%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424467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RKP_03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Kepala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Instalasi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80%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7586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RKP_04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Wakil </a:t>
                      </a:r>
                      <a:r>
                        <a:rPr lang="en-US" b="1" dirty="0" err="1"/>
                        <a:t>Kepala</a:t>
                      </a:r>
                      <a:r>
                        <a:rPr lang="en-US" b="1" dirty="0"/>
                        <a:t> Sub </a:t>
                      </a:r>
                      <a:r>
                        <a:rPr lang="en-US" b="1" dirty="0" err="1"/>
                        <a:t>Instalasi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90%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784365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RKP_05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Kepala</a:t>
                      </a:r>
                      <a:r>
                        <a:rPr lang="en-US" b="1" dirty="0"/>
                        <a:t> Unit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80%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505859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RKP_06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Wakil </a:t>
                      </a:r>
                      <a:r>
                        <a:rPr lang="en-US" b="1" dirty="0" err="1"/>
                        <a:t>Kepala</a:t>
                      </a:r>
                      <a:r>
                        <a:rPr lang="en-US" b="1" dirty="0"/>
                        <a:t> Sub Unit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90%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503280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RKP_07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Ketua</a:t>
                      </a:r>
                      <a:r>
                        <a:rPr lang="en-US" b="1" dirty="0"/>
                        <a:t> KSM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80%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640999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RKP_08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Koordinator</a:t>
                      </a:r>
                      <a:r>
                        <a:rPr lang="en-US" b="1" dirty="0"/>
                        <a:t> KSM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90%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225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6354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8" y="588818"/>
            <a:ext cx="10612582" cy="678873"/>
          </a:xfrm>
        </p:spPr>
        <p:txBody>
          <a:bodyPr/>
          <a:lstStyle/>
          <a:p>
            <a:r>
              <a:rPr lang="nn-NO" b="1" dirty="0"/>
              <a:t>MASTER CORPORATE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9943C-EC05-4CE3-8905-2E0D91668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8828" y="1302327"/>
            <a:ext cx="10353762" cy="4627418"/>
          </a:xfrm>
        </p:spPr>
        <p:txBody>
          <a:bodyPr/>
          <a:lstStyle/>
          <a:p>
            <a:pPr marL="0" indent="0">
              <a:buNone/>
            </a:pPr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37682562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8" y="103909"/>
            <a:ext cx="10612582" cy="1032164"/>
          </a:xfrm>
        </p:spPr>
        <p:txBody>
          <a:bodyPr>
            <a:normAutofit/>
          </a:bodyPr>
          <a:lstStyle/>
          <a:p>
            <a:r>
              <a:rPr lang="nn-NO" b="1" dirty="0"/>
              <a:t>MASTER JABATAN</a:t>
            </a:r>
            <a:endParaRPr lang="nn-NO" sz="2700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26A4A03-43F6-48D2-9BFB-98059AEAA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413164"/>
            <a:ext cx="8915400" cy="3777622"/>
          </a:xfrm>
        </p:spPr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123689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8" y="588818"/>
            <a:ext cx="10612582" cy="678873"/>
          </a:xfrm>
        </p:spPr>
        <p:txBody>
          <a:bodyPr/>
          <a:lstStyle/>
          <a:p>
            <a:r>
              <a:rPr lang="nn-NO" b="1" dirty="0"/>
              <a:t>MASTER POIN INDEKS RUPIAH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00BE112-66DA-4D4C-9A2F-2F1DE0053E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1462398"/>
              </p:ext>
            </p:extLst>
          </p:nvPr>
        </p:nvGraphicFramePr>
        <p:xfrm>
          <a:off x="1579418" y="1461654"/>
          <a:ext cx="8915401" cy="28928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30907">
                  <a:extLst>
                    <a:ext uri="{9D8B030D-6E8A-4147-A177-3AD203B41FA5}">
                      <a16:colId xmlns:a16="http://schemas.microsoft.com/office/drawing/2014/main" val="1544461775"/>
                    </a:ext>
                  </a:extLst>
                </a:gridCol>
                <a:gridCol w="3199300">
                  <a:extLst>
                    <a:ext uri="{9D8B030D-6E8A-4147-A177-3AD203B41FA5}">
                      <a16:colId xmlns:a16="http://schemas.microsoft.com/office/drawing/2014/main" val="2574249990"/>
                    </a:ext>
                  </a:extLst>
                </a:gridCol>
                <a:gridCol w="3074280">
                  <a:extLst>
                    <a:ext uri="{9D8B030D-6E8A-4147-A177-3AD203B41FA5}">
                      <a16:colId xmlns:a16="http://schemas.microsoft.com/office/drawing/2014/main" val="2544157294"/>
                    </a:ext>
                  </a:extLst>
                </a:gridCol>
                <a:gridCol w="1610914">
                  <a:extLst>
                    <a:ext uri="{9D8B030D-6E8A-4147-A177-3AD203B41FA5}">
                      <a16:colId xmlns:a16="http://schemas.microsoft.com/office/drawing/2014/main" val="1641173735"/>
                    </a:ext>
                  </a:extLst>
                </a:gridCol>
              </a:tblGrid>
              <a:tr h="588818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NO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TGL. AWAL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>
                          <a:effectLst/>
                        </a:rPr>
                        <a:t>TGL. AKHIR</a:t>
                      </a:r>
                      <a:endParaRPr lang="en-ID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NILAI PIR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34955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1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1 </a:t>
                      </a:r>
                      <a:r>
                        <a:rPr lang="en-ID" sz="2400" u="none" strike="noStrike" dirty="0" err="1">
                          <a:effectLst/>
                        </a:rPr>
                        <a:t>Januari</a:t>
                      </a:r>
                      <a:r>
                        <a:rPr lang="en-ID" sz="2400" u="none" strike="noStrike" dirty="0">
                          <a:effectLst/>
                        </a:rPr>
                        <a:t> 2023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>
                          <a:effectLst/>
                        </a:rPr>
                        <a:t>31 Maret 2023</a:t>
                      </a:r>
                      <a:endParaRPr lang="en-ID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6000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32567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>
                          <a:effectLst/>
                        </a:rPr>
                        <a:t>2</a:t>
                      </a:r>
                      <a:endParaRPr lang="en-ID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1 April 2023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30 </a:t>
                      </a:r>
                      <a:r>
                        <a:rPr lang="en-ID" sz="2400" u="none" strike="noStrike" dirty="0" err="1">
                          <a:effectLst/>
                        </a:rPr>
                        <a:t>Juni</a:t>
                      </a:r>
                      <a:r>
                        <a:rPr lang="en-ID" sz="2400" u="none" strike="noStrike" dirty="0">
                          <a:effectLst/>
                        </a:rPr>
                        <a:t> 2023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6300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075300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>
                          <a:effectLst/>
                        </a:rPr>
                        <a:t>3</a:t>
                      </a:r>
                      <a:endParaRPr lang="en-ID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1 </a:t>
                      </a:r>
                      <a:r>
                        <a:rPr lang="en-ID" sz="2400" u="none" strike="noStrike" dirty="0" err="1">
                          <a:effectLst/>
                        </a:rPr>
                        <a:t>Juli</a:t>
                      </a:r>
                      <a:r>
                        <a:rPr lang="en-ID" sz="2400" u="none" strike="noStrike" dirty="0">
                          <a:effectLst/>
                        </a:rPr>
                        <a:t> 2023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30 September 2023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6200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8708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4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>
                          <a:effectLst/>
                        </a:rPr>
                        <a:t>1 Oktober 2023</a:t>
                      </a:r>
                      <a:endParaRPr lang="en-ID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31 </a:t>
                      </a:r>
                      <a:r>
                        <a:rPr lang="en-ID" sz="2400" u="none" strike="noStrike" dirty="0" err="1">
                          <a:effectLst/>
                        </a:rPr>
                        <a:t>Desember</a:t>
                      </a:r>
                      <a:r>
                        <a:rPr lang="en-ID" sz="2400" u="none" strike="noStrike" dirty="0">
                          <a:effectLst/>
                        </a:rPr>
                        <a:t> 2023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2400" u="none" strike="noStrike" dirty="0">
                          <a:effectLst/>
                        </a:rPr>
                        <a:t>6300</a:t>
                      </a:r>
                      <a:endParaRPr lang="en-ID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1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13735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18" y="588818"/>
            <a:ext cx="10612582" cy="678873"/>
          </a:xfrm>
        </p:spPr>
        <p:txBody>
          <a:bodyPr/>
          <a:lstStyle/>
          <a:p>
            <a:r>
              <a:rPr lang="nn-NO" b="1" dirty="0"/>
              <a:t>MASTER WAKTU HADIR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49B468F1-3D59-47E8-B3B0-02C3568098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628698"/>
              </p:ext>
            </p:extLst>
          </p:nvPr>
        </p:nvGraphicFramePr>
        <p:xfrm>
          <a:off x="1638300" y="1267691"/>
          <a:ext cx="8780318" cy="486906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47700">
                  <a:extLst>
                    <a:ext uri="{9D8B030D-6E8A-4147-A177-3AD203B41FA5}">
                      <a16:colId xmlns:a16="http://schemas.microsoft.com/office/drawing/2014/main" val="2237535245"/>
                    </a:ext>
                  </a:extLst>
                </a:gridCol>
                <a:gridCol w="1482504">
                  <a:extLst>
                    <a:ext uri="{9D8B030D-6E8A-4147-A177-3AD203B41FA5}">
                      <a16:colId xmlns:a16="http://schemas.microsoft.com/office/drawing/2014/main" val="3503653748"/>
                    </a:ext>
                  </a:extLst>
                </a:gridCol>
                <a:gridCol w="1136005">
                  <a:extLst>
                    <a:ext uri="{9D8B030D-6E8A-4147-A177-3AD203B41FA5}">
                      <a16:colId xmlns:a16="http://schemas.microsoft.com/office/drawing/2014/main" val="349187874"/>
                    </a:ext>
                  </a:extLst>
                </a:gridCol>
                <a:gridCol w="3744260">
                  <a:extLst>
                    <a:ext uri="{9D8B030D-6E8A-4147-A177-3AD203B41FA5}">
                      <a16:colId xmlns:a16="http://schemas.microsoft.com/office/drawing/2014/main" val="2102072226"/>
                    </a:ext>
                  </a:extLst>
                </a:gridCol>
                <a:gridCol w="1769849">
                  <a:extLst>
                    <a:ext uri="{9D8B030D-6E8A-4147-A177-3AD203B41FA5}">
                      <a16:colId xmlns:a16="http://schemas.microsoft.com/office/drawing/2014/main" val="1929003025"/>
                    </a:ext>
                  </a:extLst>
                </a:gridCol>
              </a:tblGrid>
              <a:tr h="71670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NO.</a:t>
                      </a:r>
                      <a:endParaRPr lang="en-ID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BULAN</a:t>
                      </a:r>
                      <a:endParaRPr lang="en-ID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TAHUN</a:t>
                      </a:r>
                      <a:endParaRPr lang="en-ID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JENIS TENAGA</a:t>
                      </a:r>
                      <a:endParaRPr lang="en-ID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TARGET JAM KERJA (Jam)</a:t>
                      </a:r>
                      <a:endParaRPr lang="en-ID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7722646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Januari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2023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MEDIK SPESIALIS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150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513892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Januari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2023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MEDIK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170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85498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Januari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2023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PERAWAT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175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424467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Januari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2023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TENAGA KESEHATAN LAIN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180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468190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Januari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2023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NON MEDIK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185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07586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Februari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2023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MEDIK SPESIALIS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140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784365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7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Februari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2023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MEDIK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160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505859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Februari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2023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PERAWAT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165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503280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9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Februari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2023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TENAGA KESEHATAN LAIN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170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290785"/>
                  </a:ext>
                </a:extLst>
              </a:tr>
              <a:tr h="41523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Februari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2023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NON MEDIK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175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697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2896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" y="117764"/>
            <a:ext cx="7472182" cy="501617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nn-NO" b="1" dirty="0"/>
              <a:t>ALUR PROSES ( medik spesialis )</a:t>
            </a:r>
          </a:p>
        </p:txBody>
      </p:sp>
      <p:pic>
        <p:nvPicPr>
          <p:cNvPr id="7170" name="Picture 2" descr="PIESA | Presensi Online Siswa">
            <a:extLst>
              <a:ext uri="{FF2B5EF4-FFF2-40B4-BE49-F238E27FC236}">
                <a16:creationId xmlns:a16="http://schemas.microsoft.com/office/drawing/2014/main" id="{1C2CC297-1A56-47D6-9936-6B02E40C3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2" r="15815"/>
          <a:stretch/>
        </p:blipFill>
        <p:spPr bwMode="auto">
          <a:xfrm>
            <a:off x="523392" y="1001994"/>
            <a:ext cx="1421457" cy="121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0AF9BC-4CD1-4321-8B4B-36979E38A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600" y="982079"/>
            <a:ext cx="1663700" cy="9782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37CCCD-C907-4216-9FFE-62B591CCD5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5" b="14304"/>
          <a:stretch/>
        </p:blipFill>
        <p:spPr>
          <a:xfrm>
            <a:off x="6559810" y="893763"/>
            <a:ext cx="1009353" cy="132625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94C6F673-23D0-4B15-B225-70EBB0989222}"/>
              </a:ext>
            </a:extLst>
          </p:cNvPr>
          <p:cNvSpPr/>
          <p:nvPr/>
        </p:nvSpPr>
        <p:spPr>
          <a:xfrm>
            <a:off x="2269833" y="1265396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59147E-560A-4339-A3F4-C2274B38C2E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3"/>
          <a:stretch/>
        </p:blipFill>
        <p:spPr>
          <a:xfrm>
            <a:off x="9441104" y="943171"/>
            <a:ext cx="1338433" cy="13233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17AE23A-C4DE-4C42-81B2-07D3F6DE4EAF}"/>
              </a:ext>
            </a:extLst>
          </p:cNvPr>
          <p:cNvSpPr txBox="1">
            <a:spLocks/>
          </p:cNvSpPr>
          <p:nvPr/>
        </p:nvSpPr>
        <p:spPr bwMode="black">
          <a:xfrm>
            <a:off x="360899" y="2415783"/>
            <a:ext cx="1746441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Entri data</a:t>
            </a:r>
          </a:p>
          <a:p>
            <a:r>
              <a:rPr lang="nn-NO" sz="1400" b="1" dirty="0"/>
              <a:t>tindakan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E85CF82-E573-4B9C-855F-D4B37E94D65E}"/>
              </a:ext>
            </a:extLst>
          </p:cNvPr>
          <p:cNvSpPr txBox="1">
            <a:spLocks/>
          </p:cNvSpPr>
          <p:nvPr/>
        </p:nvSpPr>
        <p:spPr bwMode="black">
          <a:xfrm>
            <a:off x="3189515" y="2415783"/>
            <a:ext cx="1892300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validasi data (billing)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98B63F6-CF4E-41C2-9192-B132ADD817FD}"/>
              </a:ext>
            </a:extLst>
          </p:cNvPr>
          <p:cNvSpPr txBox="1">
            <a:spLocks/>
          </p:cNvSpPr>
          <p:nvPr/>
        </p:nvSpPr>
        <p:spPr bwMode="black">
          <a:xfrm>
            <a:off x="5979967" y="2415783"/>
            <a:ext cx="2272440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Informasi log book pelayanan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7D465E2-CF87-40C6-A397-FBA16DC6B5B2}"/>
              </a:ext>
            </a:extLst>
          </p:cNvPr>
          <p:cNvSpPr txBox="1">
            <a:spLocks/>
          </p:cNvSpPr>
          <p:nvPr/>
        </p:nvSpPr>
        <p:spPr bwMode="black">
          <a:xfrm>
            <a:off x="9147622" y="2415783"/>
            <a:ext cx="1925396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PROSES DATA KINERJA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D212DB1-4D2B-4FD0-BA82-D6A8D21EE5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209" y="4051286"/>
            <a:ext cx="1786553" cy="15470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FBE9B63E-523D-4A4D-B5B7-A3AA7B1C788C}"/>
              </a:ext>
            </a:extLst>
          </p:cNvPr>
          <p:cNvSpPr/>
          <p:nvPr/>
        </p:nvSpPr>
        <p:spPr>
          <a:xfrm>
            <a:off x="5100200" y="1265396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73FFF75-DE75-449E-95C3-494A2FF2071C}"/>
              </a:ext>
            </a:extLst>
          </p:cNvPr>
          <p:cNvSpPr/>
          <p:nvPr/>
        </p:nvSpPr>
        <p:spPr>
          <a:xfrm>
            <a:off x="8270778" y="1217452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ECC9981A-0A2F-4E86-B74B-C2C9980A5809}"/>
              </a:ext>
            </a:extLst>
          </p:cNvPr>
          <p:cNvSpPr/>
          <p:nvPr/>
        </p:nvSpPr>
        <p:spPr>
          <a:xfrm flipH="1">
            <a:off x="8252407" y="4360126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6F1E5B52-72F6-4561-9047-E2E76B73CB9E}"/>
              </a:ext>
            </a:extLst>
          </p:cNvPr>
          <p:cNvSpPr/>
          <p:nvPr/>
        </p:nvSpPr>
        <p:spPr>
          <a:xfrm flipH="1">
            <a:off x="5080276" y="4309657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9866165-FF30-4479-908A-A1FF4FE724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8074" y="3595469"/>
            <a:ext cx="1684492" cy="22402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43137D37-79CD-4ED2-BAF6-4FFAA205506B}"/>
              </a:ext>
            </a:extLst>
          </p:cNvPr>
          <p:cNvSpPr txBox="1">
            <a:spLocks/>
          </p:cNvSpPr>
          <p:nvPr/>
        </p:nvSpPr>
        <p:spPr bwMode="black">
          <a:xfrm>
            <a:off x="9147622" y="6077380"/>
            <a:ext cx="1925396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PREVIEW iki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51D6BEB-13D4-4C7A-908E-57954D702A09}"/>
              </a:ext>
            </a:extLst>
          </p:cNvPr>
          <p:cNvSpPr txBox="1">
            <a:spLocks/>
          </p:cNvSpPr>
          <p:nvPr/>
        </p:nvSpPr>
        <p:spPr bwMode="black">
          <a:xfrm>
            <a:off x="6066728" y="6077380"/>
            <a:ext cx="2098918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PERSETUJUAN IKI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E8683E5-B1E7-4870-9D30-DFCD122BD2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640" y="3595469"/>
            <a:ext cx="1892301" cy="24200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7" name="Arrow: Right 36">
            <a:extLst>
              <a:ext uri="{FF2B5EF4-FFF2-40B4-BE49-F238E27FC236}">
                <a16:creationId xmlns:a16="http://schemas.microsoft.com/office/drawing/2014/main" id="{013CF4CA-636F-4C06-98F0-B73E861AA58C}"/>
              </a:ext>
            </a:extLst>
          </p:cNvPr>
          <p:cNvSpPr/>
          <p:nvPr/>
        </p:nvSpPr>
        <p:spPr>
          <a:xfrm flipH="1">
            <a:off x="11073018" y="4376360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L-Shape 35">
            <a:extLst>
              <a:ext uri="{FF2B5EF4-FFF2-40B4-BE49-F238E27FC236}">
                <a16:creationId xmlns:a16="http://schemas.microsoft.com/office/drawing/2014/main" id="{5A0612E3-807C-4D81-AE26-70C6BBFE2102}"/>
              </a:ext>
            </a:extLst>
          </p:cNvPr>
          <p:cNvSpPr/>
          <p:nvPr/>
        </p:nvSpPr>
        <p:spPr>
          <a:xfrm rot="10800000">
            <a:off x="11193469" y="1439300"/>
            <a:ext cx="774764" cy="3420904"/>
          </a:xfrm>
          <a:prstGeom prst="corner">
            <a:avLst/>
          </a:prstGeom>
          <a:solidFill>
            <a:srgbClr val="CB66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01849A55-C7BA-40FF-AF08-F3D815B0EB46}"/>
              </a:ext>
            </a:extLst>
          </p:cNvPr>
          <p:cNvSpPr txBox="1">
            <a:spLocks/>
          </p:cNvSpPr>
          <p:nvPr/>
        </p:nvSpPr>
        <p:spPr bwMode="black">
          <a:xfrm>
            <a:off x="2455805" y="6077380"/>
            <a:ext cx="2264051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TANDATANGAN IKI</a:t>
            </a:r>
          </a:p>
        </p:txBody>
      </p:sp>
    </p:spTree>
    <p:extLst>
      <p:ext uri="{BB962C8B-B14F-4D97-AF65-F5344CB8AC3E}">
        <p14:creationId xmlns:p14="http://schemas.microsoft.com/office/powerpoint/2010/main" val="2566181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" y="117764"/>
            <a:ext cx="6165274" cy="501617"/>
          </a:xfrm>
          <a:solidFill>
            <a:srgbClr val="00B0F0"/>
          </a:solidFill>
        </p:spPr>
        <p:txBody>
          <a:bodyPr>
            <a:normAutofit fontScale="90000"/>
          </a:bodyPr>
          <a:lstStyle/>
          <a:p>
            <a:r>
              <a:rPr lang="nn-NO" b="1" dirty="0"/>
              <a:t>ALUR PROSES ( medik )</a:t>
            </a:r>
          </a:p>
        </p:txBody>
      </p:sp>
      <p:pic>
        <p:nvPicPr>
          <p:cNvPr id="7170" name="Picture 2" descr="PIESA | Presensi Online Siswa">
            <a:extLst>
              <a:ext uri="{FF2B5EF4-FFF2-40B4-BE49-F238E27FC236}">
                <a16:creationId xmlns:a16="http://schemas.microsoft.com/office/drawing/2014/main" id="{1C2CC297-1A56-47D6-9936-6B02E40C3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2" r="15815"/>
          <a:stretch/>
        </p:blipFill>
        <p:spPr bwMode="auto">
          <a:xfrm>
            <a:off x="523392" y="1001994"/>
            <a:ext cx="1421457" cy="121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0AF9BC-4CD1-4321-8B4B-36979E38A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600" y="982079"/>
            <a:ext cx="1663700" cy="9782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37CCCD-C907-4216-9FFE-62B591CCD5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5" b="14304"/>
          <a:stretch/>
        </p:blipFill>
        <p:spPr>
          <a:xfrm>
            <a:off x="6559810" y="893763"/>
            <a:ext cx="1009353" cy="132625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94C6F673-23D0-4B15-B225-70EBB0989222}"/>
              </a:ext>
            </a:extLst>
          </p:cNvPr>
          <p:cNvSpPr/>
          <p:nvPr/>
        </p:nvSpPr>
        <p:spPr>
          <a:xfrm>
            <a:off x="2269833" y="1265396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59147E-560A-4339-A3F4-C2274B38C2E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3"/>
          <a:stretch/>
        </p:blipFill>
        <p:spPr>
          <a:xfrm>
            <a:off x="9441104" y="943171"/>
            <a:ext cx="1338433" cy="13233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17AE23A-C4DE-4C42-81B2-07D3F6DE4EAF}"/>
              </a:ext>
            </a:extLst>
          </p:cNvPr>
          <p:cNvSpPr txBox="1">
            <a:spLocks/>
          </p:cNvSpPr>
          <p:nvPr/>
        </p:nvSpPr>
        <p:spPr bwMode="black">
          <a:xfrm>
            <a:off x="360899" y="2415783"/>
            <a:ext cx="1746441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Entri data</a:t>
            </a:r>
          </a:p>
          <a:p>
            <a:r>
              <a:rPr lang="nn-NO" sz="1400" b="1" dirty="0"/>
              <a:t>tindakan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E85CF82-E573-4B9C-855F-D4B37E94D65E}"/>
              </a:ext>
            </a:extLst>
          </p:cNvPr>
          <p:cNvSpPr txBox="1">
            <a:spLocks/>
          </p:cNvSpPr>
          <p:nvPr/>
        </p:nvSpPr>
        <p:spPr bwMode="black">
          <a:xfrm>
            <a:off x="3189515" y="2415783"/>
            <a:ext cx="1892300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validasi data (billing)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98B63F6-CF4E-41C2-9192-B132ADD817FD}"/>
              </a:ext>
            </a:extLst>
          </p:cNvPr>
          <p:cNvSpPr txBox="1">
            <a:spLocks/>
          </p:cNvSpPr>
          <p:nvPr/>
        </p:nvSpPr>
        <p:spPr bwMode="black">
          <a:xfrm>
            <a:off x="5979967" y="2415783"/>
            <a:ext cx="2272440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Informasi log book pelayanan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7D465E2-CF87-40C6-A397-FBA16DC6B5B2}"/>
              </a:ext>
            </a:extLst>
          </p:cNvPr>
          <p:cNvSpPr txBox="1">
            <a:spLocks/>
          </p:cNvSpPr>
          <p:nvPr/>
        </p:nvSpPr>
        <p:spPr bwMode="black">
          <a:xfrm>
            <a:off x="9147622" y="2415783"/>
            <a:ext cx="1925396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PROSES DATA KINERJA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D212DB1-4D2B-4FD0-BA82-D6A8D21EE5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209" y="4051286"/>
            <a:ext cx="1786553" cy="15470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FBE9B63E-523D-4A4D-B5B7-A3AA7B1C788C}"/>
              </a:ext>
            </a:extLst>
          </p:cNvPr>
          <p:cNvSpPr/>
          <p:nvPr/>
        </p:nvSpPr>
        <p:spPr>
          <a:xfrm>
            <a:off x="5100200" y="1265396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73FFF75-DE75-449E-95C3-494A2FF2071C}"/>
              </a:ext>
            </a:extLst>
          </p:cNvPr>
          <p:cNvSpPr/>
          <p:nvPr/>
        </p:nvSpPr>
        <p:spPr>
          <a:xfrm>
            <a:off x="8270778" y="1217452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ECC9981A-0A2F-4E86-B74B-C2C9980A5809}"/>
              </a:ext>
            </a:extLst>
          </p:cNvPr>
          <p:cNvSpPr/>
          <p:nvPr/>
        </p:nvSpPr>
        <p:spPr>
          <a:xfrm flipH="1">
            <a:off x="8252407" y="4360126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6F1E5B52-72F6-4561-9047-E2E76B73CB9E}"/>
              </a:ext>
            </a:extLst>
          </p:cNvPr>
          <p:cNvSpPr/>
          <p:nvPr/>
        </p:nvSpPr>
        <p:spPr>
          <a:xfrm flipH="1">
            <a:off x="5080276" y="4309657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9866165-FF30-4479-908A-A1FF4FE724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8074" y="3595469"/>
            <a:ext cx="1684492" cy="22402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43137D37-79CD-4ED2-BAF6-4FFAA205506B}"/>
              </a:ext>
            </a:extLst>
          </p:cNvPr>
          <p:cNvSpPr txBox="1">
            <a:spLocks/>
          </p:cNvSpPr>
          <p:nvPr/>
        </p:nvSpPr>
        <p:spPr bwMode="black">
          <a:xfrm>
            <a:off x="9147622" y="6077380"/>
            <a:ext cx="1925396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PREVIEW iki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51D6BEB-13D4-4C7A-908E-57954D702A09}"/>
              </a:ext>
            </a:extLst>
          </p:cNvPr>
          <p:cNvSpPr txBox="1">
            <a:spLocks/>
          </p:cNvSpPr>
          <p:nvPr/>
        </p:nvSpPr>
        <p:spPr bwMode="black">
          <a:xfrm>
            <a:off x="6066728" y="6077380"/>
            <a:ext cx="2098918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PERSETUJUAN IKI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E8683E5-B1E7-4870-9D30-DFCD122BD2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640" y="3595469"/>
            <a:ext cx="1892301" cy="24200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7" name="Arrow: Right 36">
            <a:extLst>
              <a:ext uri="{FF2B5EF4-FFF2-40B4-BE49-F238E27FC236}">
                <a16:creationId xmlns:a16="http://schemas.microsoft.com/office/drawing/2014/main" id="{013CF4CA-636F-4C06-98F0-B73E861AA58C}"/>
              </a:ext>
            </a:extLst>
          </p:cNvPr>
          <p:cNvSpPr/>
          <p:nvPr/>
        </p:nvSpPr>
        <p:spPr>
          <a:xfrm flipH="1">
            <a:off x="11073018" y="4376360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L-Shape 35">
            <a:extLst>
              <a:ext uri="{FF2B5EF4-FFF2-40B4-BE49-F238E27FC236}">
                <a16:creationId xmlns:a16="http://schemas.microsoft.com/office/drawing/2014/main" id="{5A0612E3-807C-4D81-AE26-70C6BBFE2102}"/>
              </a:ext>
            </a:extLst>
          </p:cNvPr>
          <p:cNvSpPr/>
          <p:nvPr/>
        </p:nvSpPr>
        <p:spPr>
          <a:xfrm rot="10800000">
            <a:off x="11193469" y="1439300"/>
            <a:ext cx="774764" cy="3420904"/>
          </a:xfrm>
          <a:prstGeom prst="corner">
            <a:avLst/>
          </a:prstGeom>
          <a:solidFill>
            <a:srgbClr val="CB66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01849A55-C7BA-40FF-AF08-F3D815B0EB46}"/>
              </a:ext>
            </a:extLst>
          </p:cNvPr>
          <p:cNvSpPr txBox="1">
            <a:spLocks/>
          </p:cNvSpPr>
          <p:nvPr/>
        </p:nvSpPr>
        <p:spPr bwMode="black">
          <a:xfrm>
            <a:off x="2455805" y="6077380"/>
            <a:ext cx="2264051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TANDATANGAN IKI</a:t>
            </a:r>
          </a:p>
        </p:txBody>
      </p:sp>
    </p:spTree>
    <p:extLst>
      <p:ext uri="{BB962C8B-B14F-4D97-AF65-F5344CB8AC3E}">
        <p14:creationId xmlns:p14="http://schemas.microsoft.com/office/powerpoint/2010/main" val="37735398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" y="117764"/>
            <a:ext cx="6165274" cy="501617"/>
          </a:xfrm>
          <a:solidFill>
            <a:schemeClr val="accent3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nn-NO" b="1" dirty="0"/>
              <a:t>ALUR PROSES ( perawat )</a:t>
            </a:r>
          </a:p>
        </p:txBody>
      </p:sp>
      <p:pic>
        <p:nvPicPr>
          <p:cNvPr id="7170" name="Picture 2" descr="PIESA | Presensi Online Siswa">
            <a:extLst>
              <a:ext uri="{FF2B5EF4-FFF2-40B4-BE49-F238E27FC236}">
                <a16:creationId xmlns:a16="http://schemas.microsoft.com/office/drawing/2014/main" id="{1C2CC297-1A56-47D6-9936-6B02E40C3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2" r="15815"/>
          <a:stretch/>
        </p:blipFill>
        <p:spPr bwMode="auto">
          <a:xfrm>
            <a:off x="523392" y="1001994"/>
            <a:ext cx="1421457" cy="121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0AF9BC-4CD1-4321-8B4B-36979E38A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600" y="982079"/>
            <a:ext cx="1663700" cy="9782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37CCCD-C907-4216-9FFE-62B591CCD5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5" b="14304"/>
          <a:stretch/>
        </p:blipFill>
        <p:spPr>
          <a:xfrm>
            <a:off x="6559810" y="893763"/>
            <a:ext cx="1009353" cy="132625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94C6F673-23D0-4B15-B225-70EBB0989222}"/>
              </a:ext>
            </a:extLst>
          </p:cNvPr>
          <p:cNvSpPr/>
          <p:nvPr/>
        </p:nvSpPr>
        <p:spPr>
          <a:xfrm>
            <a:off x="2269833" y="1265396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59147E-560A-4339-A3F4-C2274B38C2E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3"/>
          <a:stretch/>
        </p:blipFill>
        <p:spPr>
          <a:xfrm>
            <a:off x="9441104" y="943171"/>
            <a:ext cx="1338433" cy="13233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17AE23A-C4DE-4C42-81B2-07D3F6DE4EAF}"/>
              </a:ext>
            </a:extLst>
          </p:cNvPr>
          <p:cNvSpPr txBox="1">
            <a:spLocks/>
          </p:cNvSpPr>
          <p:nvPr/>
        </p:nvSpPr>
        <p:spPr bwMode="black">
          <a:xfrm>
            <a:off x="360899" y="2415783"/>
            <a:ext cx="1746441" cy="812326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Entri data</a:t>
            </a:r>
          </a:p>
          <a:p>
            <a:r>
              <a:rPr lang="nn-NO" sz="1400" b="1" dirty="0"/>
              <a:t>Tindakan pada log book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E85CF82-E573-4B9C-855F-D4B37E94D65E}"/>
              </a:ext>
            </a:extLst>
          </p:cNvPr>
          <p:cNvSpPr txBox="1">
            <a:spLocks/>
          </p:cNvSpPr>
          <p:nvPr/>
        </p:nvSpPr>
        <p:spPr bwMode="black">
          <a:xfrm>
            <a:off x="3002555" y="2415783"/>
            <a:ext cx="2206754" cy="846748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validasi data (Ka.Ruangan/level jabatan diatas)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98B63F6-CF4E-41C2-9192-B132ADD817FD}"/>
              </a:ext>
            </a:extLst>
          </p:cNvPr>
          <p:cNvSpPr txBox="1">
            <a:spLocks/>
          </p:cNvSpPr>
          <p:nvPr/>
        </p:nvSpPr>
        <p:spPr bwMode="black">
          <a:xfrm>
            <a:off x="5979967" y="2415783"/>
            <a:ext cx="2272440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Informasi log book pelayanan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7D465E2-CF87-40C6-A397-FBA16DC6B5B2}"/>
              </a:ext>
            </a:extLst>
          </p:cNvPr>
          <p:cNvSpPr txBox="1">
            <a:spLocks/>
          </p:cNvSpPr>
          <p:nvPr/>
        </p:nvSpPr>
        <p:spPr bwMode="black">
          <a:xfrm>
            <a:off x="9147622" y="2415783"/>
            <a:ext cx="1925396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PROSES DATA KINERJA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D212DB1-4D2B-4FD0-BA82-D6A8D21EE5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209" y="4051286"/>
            <a:ext cx="1786553" cy="15470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FBE9B63E-523D-4A4D-B5B7-A3AA7B1C788C}"/>
              </a:ext>
            </a:extLst>
          </p:cNvPr>
          <p:cNvSpPr/>
          <p:nvPr/>
        </p:nvSpPr>
        <p:spPr>
          <a:xfrm>
            <a:off x="5100200" y="1265396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73FFF75-DE75-449E-95C3-494A2FF2071C}"/>
              </a:ext>
            </a:extLst>
          </p:cNvPr>
          <p:cNvSpPr/>
          <p:nvPr/>
        </p:nvSpPr>
        <p:spPr>
          <a:xfrm>
            <a:off x="8270778" y="1217452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ECC9981A-0A2F-4E86-B74B-C2C9980A5809}"/>
              </a:ext>
            </a:extLst>
          </p:cNvPr>
          <p:cNvSpPr/>
          <p:nvPr/>
        </p:nvSpPr>
        <p:spPr>
          <a:xfrm flipH="1">
            <a:off x="8252407" y="4360126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6F1E5B52-72F6-4561-9047-E2E76B73CB9E}"/>
              </a:ext>
            </a:extLst>
          </p:cNvPr>
          <p:cNvSpPr/>
          <p:nvPr/>
        </p:nvSpPr>
        <p:spPr>
          <a:xfrm flipH="1">
            <a:off x="5080276" y="4309657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9866165-FF30-4479-908A-A1FF4FE724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8074" y="3595469"/>
            <a:ext cx="1684492" cy="22402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43137D37-79CD-4ED2-BAF6-4FFAA205506B}"/>
              </a:ext>
            </a:extLst>
          </p:cNvPr>
          <p:cNvSpPr txBox="1">
            <a:spLocks/>
          </p:cNvSpPr>
          <p:nvPr/>
        </p:nvSpPr>
        <p:spPr bwMode="black">
          <a:xfrm>
            <a:off x="9147622" y="6077380"/>
            <a:ext cx="1925396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PREVIEW iki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51D6BEB-13D4-4C7A-908E-57954D702A09}"/>
              </a:ext>
            </a:extLst>
          </p:cNvPr>
          <p:cNvSpPr txBox="1">
            <a:spLocks/>
          </p:cNvSpPr>
          <p:nvPr/>
        </p:nvSpPr>
        <p:spPr bwMode="black">
          <a:xfrm>
            <a:off x="6066728" y="6077380"/>
            <a:ext cx="2098918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PERSETUJUAN IKI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E8683E5-B1E7-4870-9D30-DFCD122BD2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640" y="3595469"/>
            <a:ext cx="1892301" cy="24200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7" name="Arrow: Right 36">
            <a:extLst>
              <a:ext uri="{FF2B5EF4-FFF2-40B4-BE49-F238E27FC236}">
                <a16:creationId xmlns:a16="http://schemas.microsoft.com/office/drawing/2014/main" id="{013CF4CA-636F-4C06-98F0-B73E861AA58C}"/>
              </a:ext>
            </a:extLst>
          </p:cNvPr>
          <p:cNvSpPr/>
          <p:nvPr/>
        </p:nvSpPr>
        <p:spPr>
          <a:xfrm flipH="1">
            <a:off x="11073018" y="4376360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L-Shape 35">
            <a:extLst>
              <a:ext uri="{FF2B5EF4-FFF2-40B4-BE49-F238E27FC236}">
                <a16:creationId xmlns:a16="http://schemas.microsoft.com/office/drawing/2014/main" id="{5A0612E3-807C-4D81-AE26-70C6BBFE2102}"/>
              </a:ext>
            </a:extLst>
          </p:cNvPr>
          <p:cNvSpPr/>
          <p:nvPr/>
        </p:nvSpPr>
        <p:spPr>
          <a:xfrm rot="10800000">
            <a:off x="11193469" y="1439300"/>
            <a:ext cx="774764" cy="3420904"/>
          </a:xfrm>
          <a:prstGeom prst="corner">
            <a:avLst/>
          </a:prstGeom>
          <a:solidFill>
            <a:srgbClr val="CB66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01849A55-C7BA-40FF-AF08-F3D815B0EB46}"/>
              </a:ext>
            </a:extLst>
          </p:cNvPr>
          <p:cNvSpPr txBox="1">
            <a:spLocks/>
          </p:cNvSpPr>
          <p:nvPr/>
        </p:nvSpPr>
        <p:spPr bwMode="black">
          <a:xfrm>
            <a:off x="2455805" y="6077380"/>
            <a:ext cx="2264051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TANDATANGAN IKI</a:t>
            </a:r>
          </a:p>
        </p:txBody>
      </p:sp>
    </p:spTree>
    <p:extLst>
      <p:ext uri="{BB962C8B-B14F-4D97-AF65-F5344CB8AC3E}">
        <p14:creationId xmlns:p14="http://schemas.microsoft.com/office/powerpoint/2010/main" val="24549135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" y="117764"/>
            <a:ext cx="8811492" cy="501617"/>
          </a:xfrm>
          <a:solidFill>
            <a:srgbClr val="FFFF66"/>
          </a:solidFill>
        </p:spPr>
        <p:txBody>
          <a:bodyPr>
            <a:normAutofit fontScale="90000"/>
          </a:bodyPr>
          <a:lstStyle/>
          <a:p>
            <a:r>
              <a:rPr lang="nn-NO" b="1" dirty="0"/>
              <a:t>ALUR PROSES ( tenaga kesehatan lain )</a:t>
            </a:r>
          </a:p>
        </p:txBody>
      </p:sp>
      <p:pic>
        <p:nvPicPr>
          <p:cNvPr id="7170" name="Picture 2" descr="PIESA | Presensi Online Siswa">
            <a:extLst>
              <a:ext uri="{FF2B5EF4-FFF2-40B4-BE49-F238E27FC236}">
                <a16:creationId xmlns:a16="http://schemas.microsoft.com/office/drawing/2014/main" id="{1C2CC297-1A56-47D6-9936-6B02E40C3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2" r="15815"/>
          <a:stretch/>
        </p:blipFill>
        <p:spPr bwMode="auto">
          <a:xfrm>
            <a:off x="523392" y="1001994"/>
            <a:ext cx="1421457" cy="121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0AF9BC-4CD1-4321-8B4B-36979E38A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600" y="982079"/>
            <a:ext cx="1663700" cy="9782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37CCCD-C907-4216-9FFE-62B591CCD5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5" b="14304"/>
          <a:stretch/>
        </p:blipFill>
        <p:spPr>
          <a:xfrm>
            <a:off x="6559810" y="893763"/>
            <a:ext cx="1009353" cy="132625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94C6F673-23D0-4B15-B225-70EBB0989222}"/>
              </a:ext>
            </a:extLst>
          </p:cNvPr>
          <p:cNvSpPr/>
          <p:nvPr/>
        </p:nvSpPr>
        <p:spPr>
          <a:xfrm>
            <a:off x="2269833" y="1265396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59147E-560A-4339-A3F4-C2274B38C2E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3"/>
          <a:stretch/>
        </p:blipFill>
        <p:spPr>
          <a:xfrm>
            <a:off x="9441104" y="943171"/>
            <a:ext cx="1338433" cy="13233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17AE23A-C4DE-4C42-81B2-07D3F6DE4EAF}"/>
              </a:ext>
            </a:extLst>
          </p:cNvPr>
          <p:cNvSpPr txBox="1">
            <a:spLocks/>
          </p:cNvSpPr>
          <p:nvPr/>
        </p:nvSpPr>
        <p:spPr bwMode="black">
          <a:xfrm>
            <a:off x="360899" y="2415783"/>
            <a:ext cx="1746441" cy="812326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Entri data</a:t>
            </a:r>
          </a:p>
          <a:p>
            <a:r>
              <a:rPr lang="nn-NO" sz="1400" b="1" dirty="0"/>
              <a:t>Tindakan pada log book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E85CF82-E573-4B9C-855F-D4B37E94D65E}"/>
              </a:ext>
            </a:extLst>
          </p:cNvPr>
          <p:cNvSpPr txBox="1">
            <a:spLocks/>
          </p:cNvSpPr>
          <p:nvPr/>
        </p:nvSpPr>
        <p:spPr bwMode="black">
          <a:xfrm>
            <a:off x="3002555" y="2415783"/>
            <a:ext cx="2206754" cy="846748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validasi data (Ka.Ruangan/level jabatan diatas)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98B63F6-CF4E-41C2-9192-B132ADD817FD}"/>
              </a:ext>
            </a:extLst>
          </p:cNvPr>
          <p:cNvSpPr txBox="1">
            <a:spLocks/>
          </p:cNvSpPr>
          <p:nvPr/>
        </p:nvSpPr>
        <p:spPr bwMode="black">
          <a:xfrm>
            <a:off x="5979967" y="2415783"/>
            <a:ext cx="2272440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Informasi log book pelayanan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7D465E2-CF87-40C6-A397-FBA16DC6B5B2}"/>
              </a:ext>
            </a:extLst>
          </p:cNvPr>
          <p:cNvSpPr txBox="1">
            <a:spLocks/>
          </p:cNvSpPr>
          <p:nvPr/>
        </p:nvSpPr>
        <p:spPr bwMode="black">
          <a:xfrm>
            <a:off x="9147622" y="2415783"/>
            <a:ext cx="1925396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PROSES DATA KINERJA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D212DB1-4D2B-4FD0-BA82-D6A8D21EE5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209" y="4051286"/>
            <a:ext cx="1786553" cy="15470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FBE9B63E-523D-4A4D-B5B7-A3AA7B1C788C}"/>
              </a:ext>
            </a:extLst>
          </p:cNvPr>
          <p:cNvSpPr/>
          <p:nvPr/>
        </p:nvSpPr>
        <p:spPr>
          <a:xfrm>
            <a:off x="5100200" y="1265396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73FFF75-DE75-449E-95C3-494A2FF2071C}"/>
              </a:ext>
            </a:extLst>
          </p:cNvPr>
          <p:cNvSpPr/>
          <p:nvPr/>
        </p:nvSpPr>
        <p:spPr>
          <a:xfrm>
            <a:off x="8270778" y="1217452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ECC9981A-0A2F-4E86-B74B-C2C9980A5809}"/>
              </a:ext>
            </a:extLst>
          </p:cNvPr>
          <p:cNvSpPr/>
          <p:nvPr/>
        </p:nvSpPr>
        <p:spPr>
          <a:xfrm flipH="1">
            <a:off x="8252407" y="4360126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6F1E5B52-72F6-4561-9047-E2E76B73CB9E}"/>
              </a:ext>
            </a:extLst>
          </p:cNvPr>
          <p:cNvSpPr/>
          <p:nvPr/>
        </p:nvSpPr>
        <p:spPr>
          <a:xfrm flipH="1">
            <a:off x="5080276" y="4309657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9866165-FF30-4479-908A-A1FF4FE724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8074" y="3595469"/>
            <a:ext cx="1684492" cy="22402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43137D37-79CD-4ED2-BAF6-4FFAA205506B}"/>
              </a:ext>
            </a:extLst>
          </p:cNvPr>
          <p:cNvSpPr txBox="1">
            <a:spLocks/>
          </p:cNvSpPr>
          <p:nvPr/>
        </p:nvSpPr>
        <p:spPr bwMode="black">
          <a:xfrm>
            <a:off x="9147622" y="6077380"/>
            <a:ext cx="1925396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PREVIEW iki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51D6BEB-13D4-4C7A-908E-57954D702A09}"/>
              </a:ext>
            </a:extLst>
          </p:cNvPr>
          <p:cNvSpPr txBox="1">
            <a:spLocks/>
          </p:cNvSpPr>
          <p:nvPr/>
        </p:nvSpPr>
        <p:spPr bwMode="black">
          <a:xfrm>
            <a:off x="6066728" y="6077380"/>
            <a:ext cx="2098918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PERSETUJUAN IKI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E8683E5-B1E7-4870-9D30-DFCD122BD2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640" y="3595469"/>
            <a:ext cx="1892301" cy="24200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7" name="Arrow: Right 36">
            <a:extLst>
              <a:ext uri="{FF2B5EF4-FFF2-40B4-BE49-F238E27FC236}">
                <a16:creationId xmlns:a16="http://schemas.microsoft.com/office/drawing/2014/main" id="{013CF4CA-636F-4C06-98F0-B73E861AA58C}"/>
              </a:ext>
            </a:extLst>
          </p:cNvPr>
          <p:cNvSpPr/>
          <p:nvPr/>
        </p:nvSpPr>
        <p:spPr>
          <a:xfrm flipH="1">
            <a:off x="11073018" y="4376360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L-Shape 35">
            <a:extLst>
              <a:ext uri="{FF2B5EF4-FFF2-40B4-BE49-F238E27FC236}">
                <a16:creationId xmlns:a16="http://schemas.microsoft.com/office/drawing/2014/main" id="{5A0612E3-807C-4D81-AE26-70C6BBFE2102}"/>
              </a:ext>
            </a:extLst>
          </p:cNvPr>
          <p:cNvSpPr/>
          <p:nvPr/>
        </p:nvSpPr>
        <p:spPr>
          <a:xfrm rot="10800000">
            <a:off x="11193469" y="1439300"/>
            <a:ext cx="774764" cy="3420904"/>
          </a:xfrm>
          <a:prstGeom prst="corner">
            <a:avLst/>
          </a:prstGeom>
          <a:solidFill>
            <a:srgbClr val="CB66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01849A55-C7BA-40FF-AF08-F3D815B0EB46}"/>
              </a:ext>
            </a:extLst>
          </p:cNvPr>
          <p:cNvSpPr txBox="1">
            <a:spLocks/>
          </p:cNvSpPr>
          <p:nvPr/>
        </p:nvSpPr>
        <p:spPr bwMode="black">
          <a:xfrm>
            <a:off x="2455805" y="6077380"/>
            <a:ext cx="2264051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TANDATANGAN IKI</a:t>
            </a:r>
          </a:p>
        </p:txBody>
      </p:sp>
    </p:spTree>
    <p:extLst>
      <p:ext uri="{BB962C8B-B14F-4D97-AF65-F5344CB8AC3E}">
        <p14:creationId xmlns:p14="http://schemas.microsoft.com/office/powerpoint/2010/main" val="29326477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DAB2-176D-4FE7-A8A7-EDBFC598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81" y="117764"/>
            <a:ext cx="7472182" cy="501617"/>
          </a:xfrm>
          <a:solidFill>
            <a:schemeClr val="accent3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nn-NO" b="1" dirty="0"/>
              <a:t>ALUR PROSES ( non medik )</a:t>
            </a:r>
          </a:p>
        </p:txBody>
      </p:sp>
      <p:pic>
        <p:nvPicPr>
          <p:cNvPr id="7170" name="Picture 2" descr="PIESA | Presensi Online Siswa">
            <a:extLst>
              <a:ext uri="{FF2B5EF4-FFF2-40B4-BE49-F238E27FC236}">
                <a16:creationId xmlns:a16="http://schemas.microsoft.com/office/drawing/2014/main" id="{1C2CC297-1A56-47D6-9936-6B02E40C3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2" r="15815"/>
          <a:stretch/>
        </p:blipFill>
        <p:spPr bwMode="auto">
          <a:xfrm>
            <a:off x="523392" y="1001994"/>
            <a:ext cx="1421457" cy="121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0AF9BC-4CD1-4321-8B4B-36979E38A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600" y="982079"/>
            <a:ext cx="1663700" cy="9782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37CCCD-C907-4216-9FFE-62B591CCD5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5" b="14304"/>
          <a:stretch/>
        </p:blipFill>
        <p:spPr>
          <a:xfrm>
            <a:off x="6559810" y="893763"/>
            <a:ext cx="1009353" cy="1326253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94C6F673-23D0-4B15-B225-70EBB0989222}"/>
              </a:ext>
            </a:extLst>
          </p:cNvPr>
          <p:cNvSpPr/>
          <p:nvPr/>
        </p:nvSpPr>
        <p:spPr>
          <a:xfrm>
            <a:off x="2269833" y="1265396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59147E-560A-4339-A3F4-C2274B38C2E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83"/>
          <a:stretch/>
        </p:blipFill>
        <p:spPr>
          <a:xfrm>
            <a:off x="9441104" y="943171"/>
            <a:ext cx="1338433" cy="13233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17AE23A-C4DE-4C42-81B2-07D3F6DE4EAF}"/>
              </a:ext>
            </a:extLst>
          </p:cNvPr>
          <p:cNvSpPr txBox="1">
            <a:spLocks/>
          </p:cNvSpPr>
          <p:nvPr/>
        </p:nvSpPr>
        <p:spPr bwMode="black">
          <a:xfrm>
            <a:off x="360899" y="2415783"/>
            <a:ext cx="1746441" cy="812326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Entri data</a:t>
            </a:r>
          </a:p>
          <a:p>
            <a:r>
              <a:rPr lang="nn-NO" sz="1400" b="1" dirty="0"/>
              <a:t>Tindakan pada log book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E85CF82-E573-4B9C-855F-D4B37E94D65E}"/>
              </a:ext>
            </a:extLst>
          </p:cNvPr>
          <p:cNvSpPr txBox="1">
            <a:spLocks/>
          </p:cNvSpPr>
          <p:nvPr/>
        </p:nvSpPr>
        <p:spPr bwMode="black">
          <a:xfrm>
            <a:off x="3002555" y="2415783"/>
            <a:ext cx="2206754" cy="846748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validasi data (Ka.Ruangan/level jabatan diatas)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98B63F6-CF4E-41C2-9192-B132ADD817FD}"/>
              </a:ext>
            </a:extLst>
          </p:cNvPr>
          <p:cNvSpPr txBox="1">
            <a:spLocks/>
          </p:cNvSpPr>
          <p:nvPr/>
        </p:nvSpPr>
        <p:spPr bwMode="black">
          <a:xfrm>
            <a:off x="5979967" y="2415783"/>
            <a:ext cx="2272440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Informasi log book pelayanan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7D465E2-CF87-40C6-A397-FBA16DC6B5B2}"/>
              </a:ext>
            </a:extLst>
          </p:cNvPr>
          <p:cNvSpPr txBox="1">
            <a:spLocks/>
          </p:cNvSpPr>
          <p:nvPr/>
        </p:nvSpPr>
        <p:spPr bwMode="black">
          <a:xfrm>
            <a:off x="9147622" y="2415783"/>
            <a:ext cx="1925396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PROSES DATA KINERJA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D212DB1-4D2B-4FD0-BA82-D6A8D21EE5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209" y="4051286"/>
            <a:ext cx="1786553" cy="15470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FBE9B63E-523D-4A4D-B5B7-A3AA7B1C788C}"/>
              </a:ext>
            </a:extLst>
          </p:cNvPr>
          <p:cNvSpPr/>
          <p:nvPr/>
        </p:nvSpPr>
        <p:spPr>
          <a:xfrm>
            <a:off x="5100200" y="1265396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73FFF75-DE75-449E-95C3-494A2FF2071C}"/>
              </a:ext>
            </a:extLst>
          </p:cNvPr>
          <p:cNvSpPr/>
          <p:nvPr/>
        </p:nvSpPr>
        <p:spPr>
          <a:xfrm>
            <a:off x="8270778" y="1217452"/>
            <a:ext cx="879767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ECC9981A-0A2F-4E86-B74B-C2C9980A5809}"/>
              </a:ext>
            </a:extLst>
          </p:cNvPr>
          <p:cNvSpPr/>
          <p:nvPr/>
        </p:nvSpPr>
        <p:spPr>
          <a:xfrm flipH="1">
            <a:off x="8252407" y="4360126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6F1E5B52-72F6-4561-9047-E2E76B73CB9E}"/>
              </a:ext>
            </a:extLst>
          </p:cNvPr>
          <p:cNvSpPr/>
          <p:nvPr/>
        </p:nvSpPr>
        <p:spPr>
          <a:xfrm flipH="1">
            <a:off x="5080276" y="4309657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9866165-FF30-4479-908A-A1FF4FE724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8074" y="3595469"/>
            <a:ext cx="1684492" cy="22402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43137D37-79CD-4ED2-BAF6-4FFAA205506B}"/>
              </a:ext>
            </a:extLst>
          </p:cNvPr>
          <p:cNvSpPr txBox="1">
            <a:spLocks/>
          </p:cNvSpPr>
          <p:nvPr/>
        </p:nvSpPr>
        <p:spPr bwMode="black">
          <a:xfrm>
            <a:off x="9147622" y="6077380"/>
            <a:ext cx="1925396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PREVIEW iki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C51D6BEB-13D4-4C7A-908E-57954D702A09}"/>
              </a:ext>
            </a:extLst>
          </p:cNvPr>
          <p:cNvSpPr txBox="1">
            <a:spLocks/>
          </p:cNvSpPr>
          <p:nvPr/>
        </p:nvSpPr>
        <p:spPr bwMode="black">
          <a:xfrm>
            <a:off x="6066728" y="6077380"/>
            <a:ext cx="2098918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PERSETUJUAN IKI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E8683E5-B1E7-4870-9D30-DFCD122BD2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640" y="3595469"/>
            <a:ext cx="1892301" cy="24200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7" name="Arrow: Right 36">
            <a:extLst>
              <a:ext uri="{FF2B5EF4-FFF2-40B4-BE49-F238E27FC236}">
                <a16:creationId xmlns:a16="http://schemas.microsoft.com/office/drawing/2014/main" id="{013CF4CA-636F-4C06-98F0-B73E861AA58C}"/>
              </a:ext>
            </a:extLst>
          </p:cNvPr>
          <p:cNvSpPr/>
          <p:nvPr/>
        </p:nvSpPr>
        <p:spPr>
          <a:xfrm flipH="1">
            <a:off x="11073018" y="4376360"/>
            <a:ext cx="895215" cy="678874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L-Shape 35">
            <a:extLst>
              <a:ext uri="{FF2B5EF4-FFF2-40B4-BE49-F238E27FC236}">
                <a16:creationId xmlns:a16="http://schemas.microsoft.com/office/drawing/2014/main" id="{5A0612E3-807C-4D81-AE26-70C6BBFE2102}"/>
              </a:ext>
            </a:extLst>
          </p:cNvPr>
          <p:cNvSpPr/>
          <p:nvPr/>
        </p:nvSpPr>
        <p:spPr>
          <a:xfrm rot="10800000">
            <a:off x="11193469" y="1439300"/>
            <a:ext cx="774764" cy="3420904"/>
          </a:xfrm>
          <a:prstGeom prst="corner">
            <a:avLst/>
          </a:prstGeom>
          <a:solidFill>
            <a:srgbClr val="CB66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01849A55-C7BA-40FF-AF08-F3D815B0EB46}"/>
              </a:ext>
            </a:extLst>
          </p:cNvPr>
          <p:cNvSpPr txBox="1">
            <a:spLocks/>
          </p:cNvSpPr>
          <p:nvPr/>
        </p:nvSpPr>
        <p:spPr bwMode="black">
          <a:xfrm>
            <a:off x="2455805" y="6077380"/>
            <a:ext cx="2264051" cy="601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sz="1400" b="1" dirty="0"/>
              <a:t>TANDATANGAN IKI</a:t>
            </a:r>
          </a:p>
        </p:txBody>
      </p:sp>
    </p:spTree>
    <p:extLst>
      <p:ext uri="{BB962C8B-B14F-4D97-AF65-F5344CB8AC3E}">
        <p14:creationId xmlns:p14="http://schemas.microsoft.com/office/powerpoint/2010/main" val="27631757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66D80C-C6AB-4926-B336-9EE72F365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488" y="178569"/>
            <a:ext cx="5425643" cy="763540"/>
          </a:xfrm>
        </p:spPr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Indikator</a:t>
            </a:r>
            <a:r>
              <a:rPr lang="en-US" b="1" dirty="0">
                <a:solidFill>
                  <a:schemeClr val="bg1"/>
                </a:solidFill>
              </a:rPr>
              <a:t> log book</a:t>
            </a:r>
            <a:endParaRPr lang="en-ID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7544BBB-198E-4C87-ACCB-9BF555D198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311551"/>
              </p:ext>
            </p:extLst>
          </p:nvPr>
        </p:nvGraphicFramePr>
        <p:xfrm>
          <a:off x="457488" y="2165206"/>
          <a:ext cx="9961563" cy="3857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B7767B64-45AF-4C6D-817D-DDEF81843E21}"/>
              </a:ext>
            </a:extLst>
          </p:cNvPr>
          <p:cNvSpPr/>
          <p:nvPr/>
        </p:nvSpPr>
        <p:spPr>
          <a:xfrm>
            <a:off x="7121236" y="178569"/>
            <a:ext cx="2798619" cy="1470122"/>
          </a:xfrm>
          <a:prstGeom prst="wedgeEllipseCallout">
            <a:avLst>
              <a:gd name="adj1" fmla="val -61453"/>
              <a:gd name="adj2" fmla="val 560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Harus </a:t>
            </a:r>
            <a:r>
              <a:rPr lang="en-US" b="1" dirty="0" err="1"/>
              <a:t>mendukung</a:t>
            </a:r>
            <a:r>
              <a:rPr lang="en-US" b="1" dirty="0"/>
              <a:t> </a:t>
            </a:r>
            <a:r>
              <a:rPr lang="en-US" b="1" dirty="0" err="1"/>
              <a:t>indikator</a:t>
            </a:r>
            <a:r>
              <a:rPr lang="en-US" b="1" dirty="0"/>
              <a:t> </a:t>
            </a:r>
            <a:r>
              <a:rPr lang="en-US" b="1" dirty="0" err="1"/>
              <a:t>Rumah</a:t>
            </a:r>
            <a:r>
              <a:rPr lang="en-US" b="1" dirty="0"/>
              <a:t> </a:t>
            </a:r>
            <a:r>
              <a:rPr lang="en-US" b="1" dirty="0" err="1"/>
              <a:t>Sakit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4134488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66D80C-C6AB-4926-B336-9EE72F365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868" y="166254"/>
            <a:ext cx="6132223" cy="76354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format </a:t>
            </a:r>
            <a:r>
              <a:rPr lang="en-US" b="1" dirty="0" err="1">
                <a:solidFill>
                  <a:schemeClr val="bg1"/>
                </a:solidFill>
              </a:rPr>
              <a:t>kegiatan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harian</a:t>
            </a:r>
            <a:endParaRPr lang="en-ID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1ABFE0D-95DF-4623-9F51-508F223084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2162764"/>
              </p:ext>
            </p:extLst>
          </p:nvPr>
        </p:nvGraphicFramePr>
        <p:xfrm>
          <a:off x="0" y="1124238"/>
          <a:ext cx="4045527" cy="5048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135C5E1-8F93-4F27-B1D7-E277132CE9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7182071"/>
              </p:ext>
            </p:extLst>
          </p:nvPr>
        </p:nvGraphicFramePr>
        <p:xfrm>
          <a:off x="3823132" y="74093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56E2BD71-1E92-4B39-BF39-DEE37CDA5AB4}"/>
              </a:ext>
            </a:extLst>
          </p:cNvPr>
          <p:cNvSpPr/>
          <p:nvPr/>
        </p:nvSpPr>
        <p:spPr>
          <a:xfrm>
            <a:off x="9227127" y="332509"/>
            <a:ext cx="2867891" cy="2064327"/>
          </a:xfrm>
          <a:prstGeom prst="wedgeEllipseCallout">
            <a:avLst>
              <a:gd name="adj1" fmla="val -42612"/>
              <a:gd name="adj2" fmla="val 587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indikator</a:t>
            </a:r>
            <a:r>
              <a:rPr lang="en-US" sz="1600" b="1" dirty="0"/>
              <a:t> kinerja inline </a:t>
            </a:r>
            <a:r>
              <a:rPr lang="en-US" sz="1600" b="1" dirty="0" err="1"/>
              <a:t>dari</a:t>
            </a:r>
            <a:r>
              <a:rPr lang="en-US" sz="1600" b="1" dirty="0"/>
              <a:t> level </a:t>
            </a:r>
            <a:r>
              <a:rPr lang="en-US" sz="1600" b="1" dirty="0" err="1"/>
              <a:t>jabatan</a:t>
            </a:r>
            <a:r>
              <a:rPr lang="en-US" sz="1600" b="1" dirty="0"/>
              <a:t> paling </a:t>
            </a:r>
            <a:r>
              <a:rPr lang="en-US" sz="1600" b="1" dirty="0" err="1"/>
              <a:t>atas</a:t>
            </a:r>
            <a:r>
              <a:rPr lang="en-US" sz="1600" b="1" dirty="0"/>
              <a:t> ke  sampai ke </a:t>
            </a:r>
            <a:r>
              <a:rPr lang="en-US" sz="1600" b="1" dirty="0" err="1"/>
              <a:t>pelaksana</a:t>
            </a:r>
            <a:r>
              <a:rPr lang="en-US" sz="1600" b="1" dirty="0"/>
              <a:t> paling </a:t>
            </a:r>
            <a:r>
              <a:rPr lang="en-US" sz="1600" b="1" dirty="0" err="1"/>
              <a:t>bawah</a:t>
            </a:r>
            <a:endParaRPr lang="en-ID" sz="1600" b="1" dirty="0"/>
          </a:p>
        </p:txBody>
      </p:sp>
    </p:spTree>
    <p:extLst>
      <p:ext uri="{BB962C8B-B14F-4D97-AF65-F5344CB8AC3E}">
        <p14:creationId xmlns:p14="http://schemas.microsoft.com/office/powerpoint/2010/main" val="1903374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66D80C-C6AB-4926-B336-9EE72F365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868" y="166254"/>
            <a:ext cx="6132223" cy="76354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format </a:t>
            </a:r>
            <a:r>
              <a:rPr lang="en-US" b="1" dirty="0" err="1">
                <a:solidFill>
                  <a:schemeClr val="bg1"/>
                </a:solidFill>
              </a:rPr>
              <a:t>kegiatan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harian</a:t>
            </a:r>
            <a:endParaRPr lang="en-ID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F1A16C6-99A2-4148-AF20-ED4B77D66A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8601255"/>
              </p:ext>
            </p:extLst>
          </p:nvPr>
        </p:nvGraphicFramePr>
        <p:xfrm>
          <a:off x="240868" y="929794"/>
          <a:ext cx="10163897" cy="4783597"/>
        </p:xfrm>
        <a:graphic>
          <a:graphicData uri="http://schemas.openxmlformats.org/drawingml/2006/table">
            <a:tbl>
              <a:tblPr/>
              <a:tblGrid>
                <a:gridCol w="452566">
                  <a:extLst>
                    <a:ext uri="{9D8B030D-6E8A-4147-A177-3AD203B41FA5}">
                      <a16:colId xmlns:a16="http://schemas.microsoft.com/office/drawing/2014/main" val="421781408"/>
                    </a:ext>
                  </a:extLst>
                </a:gridCol>
                <a:gridCol w="1704668">
                  <a:extLst>
                    <a:ext uri="{9D8B030D-6E8A-4147-A177-3AD203B41FA5}">
                      <a16:colId xmlns:a16="http://schemas.microsoft.com/office/drawing/2014/main" val="2694950121"/>
                    </a:ext>
                  </a:extLst>
                </a:gridCol>
                <a:gridCol w="1527413">
                  <a:extLst>
                    <a:ext uri="{9D8B030D-6E8A-4147-A177-3AD203B41FA5}">
                      <a16:colId xmlns:a16="http://schemas.microsoft.com/office/drawing/2014/main" val="2340147602"/>
                    </a:ext>
                  </a:extLst>
                </a:gridCol>
                <a:gridCol w="2971856">
                  <a:extLst>
                    <a:ext uri="{9D8B030D-6E8A-4147-A177-3AD203B41FA5}">
                      <a16:colId xmlns:a16="http://schemas.microsoft.com/office/drawing/2014/main" val="3377680592"/>
                    </a:ext>
                  </a:extLst>
                </a:gridCol>
                <a:gridCol w="1357701">
                  <a:extLst>
                    <a:ext uri="{9D8B030D-6E8A-4147-A177-3AD203B41FA5}">
                      <a16:colId xmlns:a16="http://schemas.microsoft.com/office/drawing/2014/main" val="3592575106"/>
                    </a:ext>
                  </a:extLst>
                </a:gridCol>
                <a:gridCol w="260226">
                  <a:extLst>
                    <a:ext uri="{9D8B030D-6E8A-4147-A177-3AD203B41FA5}">
                      <a16:colId xmlns:a16="http://schemas.microsoft.com/office/drawing/2014/main" val="924650156"/>
                    </a:ext>
                  </a:extLst>
                </a:gridCol>
                <a:gridCol w="260226">
                  <a:extLst>
                    <a:ext uri="{9D8B030D-6E8A-4147-A177-3AD203B41FA5}">
                      <a16:colId xmlns:a16="http://schemas.microsoft.com/office/drawing/2014/main" val="1585894441"/>
                    </a:ext>
                  </a:extLst>
                </a:gridCol>
                <a:gridCol w="260226">
                  <a:extLst>
                    <a:ext uri="{9D8B030D-6E8A-4147-A177-3AD203B41FA5}">
                      <a16:colId xmlns:a16="http://schemas.microsoft.com/office/drawing/2014/main" val="1577223212"/>
                    </a:ext>
                  </a:extLst>
                </a:gridCol>
                <a:gridCol w="260226">
                  <a:extLst>
                    <a:ext uri="{9D8B030D-6E8A-4147-A177-3AD203B41FA5}">
                      <a16:colId xmlns:a16="http://schemas.microsoft.com/office/drawing/2014/main" val="1105368018"/>
                    </a:ext>
                  </a:extLst>
                </a:gridCol>
                <a:gridCol w="260226">
                  <a:extLst>
                    <a:ext uri="{9D8B030D-6E8A-4147-A177-3AD203B41FA5}">
                      <a16:colId xmlns:a16="http://schemas.microsoft.com/office/drawing/2014/main" val="3931785048"/>
                    </a:ext>
                  </a:extLst>
                </a:gridCol>
                <a:gridCol w="260226">
                  <a:extLst>
                    <a:ext uri="{9D8B030D-6E8A-4147-A177-3AD203B41FA5}">
                      <a16:colId xmlns:a16="http://schemas.microsoft.com/office/drawing/2014/main" val="1610238604"/>
                    </a:ext>
                  </a:extLst>
                </a:gridCol>
                <a:gridCol w="588337">
                  <a:extLst>
                    <a:ext uri="{9D8B030D-6E8A-4147-A177-3AD203B41FA5}">
                      <a16:colId xmlns:a16="http://schemas.microsoft.com/office/drawing/2014/main" val="470551337"/>
                    </a:ext>
                  </a:extLst>
                </a:gridCol>
              </a:tblGrid>
              <a:tr h="26781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JENIS INDIKATOR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NAMA INDIKATOR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BUTIR-BUTIR KEGIATAN PRANATA KOMPUTER AHLI MUDA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KEGIATAN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ID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TANGGAL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defTabSz="539750" fontAlgn="ctr"/>
                      <a:r>
                        <a:rPr lang="en-ID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JML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658778"/>
                  </a:ext>
                </a:extLst>
              </a:tr>
              <a:tr h="267814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413581"/>
                  </a:ext>
                </a:extLst>
              </a:tr>
              <a:tr h="267814">
                <a:tc gridSpan="12">
                  <a:txBody>
                    <a:bodyPr/>
                    <a:lstStyle/>
                    <a:p>
                      <a:pPr algn="l" fontAlgn="ctr"/>
                      <a:r>
                        <a:rPr lang="en-ID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TUGAS UTAMA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334923"/>
                  </a:ext>
                </a:extLst>
              </a:tr>
              <a:tr h="267814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Indikator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Kinerja</a:t>
                      </a:r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Unit (IKU)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INDIKATOR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BUTIR-BUTIR KEGIATAN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Kegiatan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vert="wordArtVert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508488"/>
                  </a:ext>
                </a:extLst>
              </a:tr>
              <a:tr h="548381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INDIKATOR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BUTIR-BUTIR KEGIATAN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Kegiatan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vert="wordArtVert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188330"/>
                  </a:ext>
                </a:extLst>
              </a:tr>
              <a:tr h="267814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INDIKATOR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BUTIR-BUTIR KEGIATAN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Kegiatan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vert="wordArtVert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046383"/>
                  </a:ext>
                </a:extLst>
              </a:tr>
              <a:tr h="267814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BUTIR-BUTIR KEGIATAN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Kegiatan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784982"/>
                  </a:ext>
                </a:extLst>
              </a:tr>
              <a:tr h="58664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BUTIR-BUTIR KEGIATAN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Kegiatan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846860"/>
                  </a:ext>
                </a:extLst>
              </a:tr>
              <a:tr h="267814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BUTIR-BUTIR KEGIATAN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Kegiatan 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288205"/>
                  </a:ext>
                </a:extLst>
              </a:tr>
              <a:tr h="267814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INDIKATOR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BUTIR-BUTIR KEGIATAN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Kegiatan 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540825"/>
                  </a:ext>
                </a:extLst>
              </a:tr>
              <a:tr h="267814">
                <a:tc gridSpan="12">
                  <a:txBody>
                    <a:bodyPr/>
                    <a:lstStyle/>
                    <a:p>
                      <a:pPr algn="l" fontAlgn="ctr"/>
                      <a:r>
                        <a:rPr lang="en-ID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TUGAS TAMBAHAN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251521"/>
                  </a:ext>
                </a:extLst>
              </a:tr>
              <a:tr h="267814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Tugas tambahan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032945"/>
                  </a:ext>
                </a:extLst>
              </a:tr>
              <a:tr h="267814">
                <a:tc gridSpan="12">
                  <a:txBody>
                    <a:bodyPr/>
                    <a:lstStyle/>
                    <a:p>
                      <a:pPr algn="l" fontAlgn="ctr"/>
                      <a:r>
                        <a:rPr lang="en-ID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PELATIHAN / WORKSHOP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806712"/>
                  </a:ext>
                </a:extLst>
              </a:tr>
              <a:tr h="267814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35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783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66D80C-C6AB-4926-B336-9EE72F365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09" y="68407"/>
            <a:ext cx="11665382" cy="529071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alur</a:t>
            </a:r>
            <a:endParaRPr lang="en-ID" b="1" dirty="0">
              <a:solidFill>
                <a:schemeClr val="bg1"/>
              </a:solidFill>
            </a:endParaRPr>
          </a:p>
        </p:txBody>
      </p:sp>
      <p:pic>
        <p:nvPicPr>
          <p:cNvPr id="31" name="Content Placeholder 30">
            <a:extLst>
              <a:ext uri="{FF2B5EF4-FFF2-40B4-BE49-F238E27FC236}">
                <a16:creationId xmlns:a16="http://schemas.microsoft.com/office/drawing/2014/main" id="{BCBC077D-3166-424D-BF1E-4104F44BC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542925"/>
            <a:ext cx="10620374" cy="600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527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ownload Contoh Kartu Ucapan Terima Kasih - Canva">
            <a:extLst>
              <a:ext uri="{FF2B5EF4-FFF2-40B4-BE49-F238E27FC236}">
                <a16:creationId xmlns:a16="http://schemas.microsoft.com/office/drawing/2014/main" id="{B000B817-A1CC-45E0-B02A-543CABE02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18" y="207817"/>
            <a:ext cx="11776363" cy="6428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3993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4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1377</TotalTime>
  <Words>1324</Words>
  <Application>Microsoft Office PowerPoint</Application>
  <PresentationFormat>Widescreen</PresentationFormat>
  <Paragraphs>594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Arial</vt:lpstr>
      <vt:lpstr>Bookman Old Style</vt:lpstr>
      <vt:lpstr>Calibri</vt:lpstr>
      <vt:lpstr>Century Gothic</vt:lpstr>
      <vt:lpstr>Gill Sans MT</vt:lpstr>
      <vt:lpstr>Rockwell</vt:lpstr>
      <vt:lpstr>Wingdings</vt:lpstr>
      <vt:lpstr>Wingdings 3</vt:lpstr>
      <vt:lpstr>Damask</vt:lpstr>
      <vt:lpstr>Wisp</vt:lpstr>
      <vt:lpstr>Parcel</vt:lpstr>
      <vt:lpstr>Slice</vt:lpstr>
      <vt:lpstr>RANCANGAN E-REMUNERASI RSF</vt:lpstr>
      <vt:lpstr>identifikasi</vt:lpstr>
      <vt:lpstr>Identifikasi format Indeks Kinerja Individu</vt:lpstr>
      <vt:lpstr>Identifikasi Kelompok jabatan</vt:lpstr>
      <vt:lpstr>Identifikasi Sumber Data</vt:lpstr>
      <vt:lpstr>Identifikasi REKAPITULASI Data</vt:lpstr>
      <vt:lpstr>Identifikasi Metode Validasi</vt:lpstr>
      <vt:lpstr>PEMBUATAN DATA MASTER</vt:lpstr>
      <vt:lpstr>MASTER SKOR TARGET SATUAN KERJA ( SATUAN KERJA - SATUAN KERJA SUB - KELOMPOK - INDIVIDU )</vt:lpstr>
      <vt:lpstr>MASTER SKOR GRUP TINDAKAN (MEDIK SPESIALIS)</vt:lpstr>
      <vt:lpstr>MASTER SKOR GRUP TINDAKAN (MEDIK SPESIALIS)</vt:lpstr>
      <vt:lpstr>MASTER PERHITUNGAN JABATAN RANGKAP</vt:lpstr>
      <vt:lpstr>MASTER CORPORATE GRADING</vt:lpstr>
      <vt:lpstr>MASTER JABATAN</vt:lpstr>
      <vt:lpstr>MASTER POIN INDEKS RUPIAH</vt:lpstr>
      <vt:lpstr>MASTER WAKTU HADIR</vt:lpstr>
      <vt:lpstr>ALUR PROSES ( medik spesialis )</vt:lpstr>
      <vt:lpstr>ALUR PROSES ( medik )</vt:lpstr>
      <vt:lpstr>ALUR PROSES ( perawat )</vt:lpstr>
      <vt:lpstr>ALUR PROSES ( tenaga kesehatan lain )</vt:lpstr>
      <vt:lpstr>ALUR PROSES ( non medik )</vt:lpstr>
      <vt:lpstr>Indikator log book</vt:lpstr>
      <vt:lpstr>format kegiatan harian</vt:lpstr>
      <vt:lpstr>format kegiatan harian</vt:lpstr>
      <vt:lpstr>alur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RANCANGAN E-REMUNERASI RSF</dc:title>
  <dc:creator>yudi ade</dc:creator>
  <cp:lastModifiedBy>yudi ade</cp:lastModifiedBy>
  <cp:revision>85</cp:revision>
  <dcterms:created xsi:type="dcterms:W3CDTF">2023-02-10T01:26:35Z</dcterms:created>
  <dcterms:modified xsi:type="dcterms:W3CDTF">2023-03-03T06:25:24Z</dcterms:modified>
</cp:coreProperties>
</file>