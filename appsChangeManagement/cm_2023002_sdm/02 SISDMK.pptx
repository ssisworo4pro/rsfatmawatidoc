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59" r:id="rId14"/>
    <p:sldId id="294" r:id="rId15"/>
    <p:sldId id="290" r:id="rId16"/>
    <p:sldId id="291" r:id="rId17"/>
    <p:sldId id="292" r:id="rId18"/>
    <p:sldId id="293" r:id="rId19"/>
    <p:sldId id="295" r:id="rId20"/>
    <p:sldId id="29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AFE6F-1792-4112-8ECC-515B31F3A972}" type="datetimeFigureOut">
              <a:rPr lang="en-ID" smtClean="0"/>
              <a:t>18/04/2023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3191E-1AA3-4E0B-AE8C-D110E7CD8C15}" type="slidenum">
              <a:rPr lang="en-ID" smtClean="0"/>
              <a:t>‹#›</a:t>
            </a:fld>
            <a:endParaRPr lang="en-ID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1166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AFE6F-1792-4112-8ECC-515B31F3A972}" type="datetimeFigureOut">
              <a:rPr lang="en-ID" smtClean="0"/>
              <a:t>18/04/2023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3191E-1AA3-4E0B-AE8C-D110E7CD8C1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33901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AFE6F-1792-4112-8ECC-515B31F3A972}" type="datetimeFigureOut">
              <a:rPr lang="en-ID" smtClean="0"/>
              <a:t>18/04/2023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3191E-1AA3-4E0B-AE8C-D110E7CD8C15}" type="slidenum">
              <a:rPr lang="en-ID" smtClean="0"/>
              <a:t>‹#›</a:t>
            </a:fld>
            <a:endParaRPr lang="en-ID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6004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AFE6F-1792-4112-8ECC-515B31F3A972}" type="datetimeFigureOut">
              <a:rPr lang="en-ID" smtClean="0"/>
              <a:t>18/04/2023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3191E-1AA3-4E0B-AE8C-D110E7CD8C1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77398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AFE6F-1792-4112-8ECC-515B31F3A972}" type="datetimeFigureOut">
              <a:rPr lang="en-ID" smtClean="0"/>
              <a:t>18/04/2023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3191E-1AA3-4E0B-AE8C-D110E7CD8C1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6792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AFE6F-1792-4112-8ECC-515B31F3A972}" type="datetimeFigureOut">
              <a:rPr lang="en-ID" smtClean="0"/>
              <a:t>18/04/2023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3191E-1AA3-4E0B-AE8C-D110E7CD8C1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38273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AFE6F-1792-4112-8ECC-515B31F3A972}" type="datetimeFigureOut">
              <a:rPr lang="en-ID" smtClean="0"/>
              <a:t>18/04/2023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3191E-1AA3-4E0B-AE8C-D110E7CD8C1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24905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CDAFE6F-1792-4112-8ECC-515B31F3A972}" type="datetimeFigureOut">
              <a:rPr lang="en-ID" smtClean="0"/>
              <a:t>18/04/2023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3191E-1AA3-4E0B-AE8C-D110E7CD8C1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59947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AFE6F-1792-4112-8ECC-515B31F3A972}" type="datetimeFigureOut">
              <a:rPr lang="en-ID" smtClean="0"/>
              <a:t>18/04/2023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3191E-1AA3-4E0B-AE8C-D110E7CD8C1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34497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AFE6F-1792-4112-8ECC-515B31F3A972}" type="datetimeFigureOut">
              <a:rPr lang="en-ID" smtClean="0"/>
              <a:t>18/04/2023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3191E-1AA3-4E0B-AE8C-D110E7CD8C1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81767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AFE6F-1792-4112-8ECC-515B31F3A972}" type="datetimeFigureOut">
              <a:rPr lang="en-ID" smtClean="0"/>
              <a:t>18/04/2023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3191E-1AA3-4E0B-AE8C-D110E7CD8C1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11661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CDAFE6F-1792-4112-8ECC-515B31F3A972}" type="datetimeFigureOut">
              <a:rPr lang="en-ID" smtClean="0"/>
              <a:t>18/04/2023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353191E-1AA3-4E0B-AE8C-D110E7CD8C15}" type="slidenum">
              <a:rPr lang="en-ID" smtClean="0"/>
              <a:t>‹#›</a:t>
            </a:fld>
            <a:endParaRPr lang="en-ID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3166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8293E-7094-416A-8AB9-5A99D28A7A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SISDMK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D0F590-7D00-4ED5-971F-86B042DBBB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D" b="1" dirty="0"/>
              <a:t> </a:t>
            </a:r>
            <a:r>
              <a:rPr lang="en-ID" b="1" dirty="0" err="1"/>
              <a:t>Sistem</a:t>
            </a:r>
            <a:r>
              <a:rPr lang="en-ID" b="1" dirty="0"/>
              <a:t> </a:t>
            </a:r>
            <a:r>
              <a:rPr lang="en-ID" b="1" dirty="0" err="1"/>
              <a:t>Informasi</a:t>
            </a:r>
            <a:r>
              <a:rPr lang="en-ID" b="1" dirty="0"/>
              <a:t> SUMBER DAYA MANUSIA KESEHATAN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748760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4CD45-4DA7-40FE-A5E5-ACC1238B6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2265218" cy="826366"/>
          </a:xfrm>
        </p:spPr>
        <p:txBody>
          <a:bodyPr/>
          <a:lstStyle/>
          <a:p>
            <a:r>
              <a:rPr lang="en-US" dirty="0"/>
              <a:t>HOME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3BF400-5915-4595-9BB6-CC5A97363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672" y="1058959"/>
            <a:ext cx="10764983" cy="4576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747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1AA1E-4AEE-4270-938E-3050F1F98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698" y="217331"/>
            <a:ext cx="10058400" cy="766342"/>
          </a:xfrm>
        </p:spPr>
        <p:txBody>
          <a:bodyPr/>
          <a:lstStyle/>
          <a:p>
            <a:r>
              <a:rPr lang="en-US" dirty="0"/>
              <a:t>INPUT 01</a:t>
            </a:r>
            <a:endParaRPr lang="en-ID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9DBCF1-E767-460D-840D-325E644C8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124" y="983673"/>
            <a:ext cx="10487025" cy="478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800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1AA1E-4AEE-4270-938E-3050F1F98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698" y="217331"/>
            <a:ext cx="10058400" cy="766342"/>
          </a:xfrm>
        </p:spPr>
        <p:txBody>
          <a:bodyPr/>
          <a:lstStyle/>
          <a:p>
            <a:r>
              <a:rPr lang="en-US" dirty="0"/>
              <a:t>INPUT 02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D45662-B10A-4E2D-B9F2-338A9E61A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698" y="1099408"/>
            <a:ext cx="11094720" cy="4239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701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1AA1E-4AEE-4270-938E-3050F1F98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698" y="217331"/>
            <a:ext cx="10058400" cy="766342"/>
          </a:xfrm>
        </p:spPr>
        <p:txBody>
          <a:bodyPr/>
          <a:lstStyle/>
          <a:p>
            <a:r>
              <a:rPr lang="en-US" dirty="0"/>
              <a:t>INPUT 03 </a:t>
            </a:r>
            <a:r>
              <a:rPr lang="en-US" b="1" dirty="0"/>
              <a:t>View (BIODATA)</a:t>
            </a:r>
            <a:endParaRPr lang="en-ID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9CB43D-7335-4D7B-BD0E-0BE610E3F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070" y="847725"/>
            <a:ext cx="10496550" cy="5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877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1AA1E-4AEE-4270-938E-3050F1F98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698" y="217331"/>
            <a:ext cx="10058400" cy="766342"/>
          </a:xfrm>
        </p:spPr>
        <p:txBody>
          <a:bodyPr/>
          <a:lstStyle/>
          <a:p>
            <a:r>
              <a:rPr lang="en-US" dirty="0"/>
              <a:t>INPUT 03 </a:t>
            </a:r>
            <a:r>
              <a:rPr lang="en-US" b="1" dirty="0"/>
              <a:t>View (PEKERJAAN)</a:t>
            </a:r>
            <a:endParaRPr lang="en-ID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22A83-A5A1-4DD3-AB8D-62EC3B119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698" y="983673"/>
            <a:ext cx="10818564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075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1AA1E-4AEE-4270-938E-3050F1F98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698" y="217331"/>
            <a:ext cx="10058400" cy="766342"/>
          </a:xfrm>
        </p:spPr>
        <p:txBody>
          <a:bodyPr/>
          <a:lstStyle/>
          <a:p>
            <a:r>
              <a:rPr lang="en-US" dirty="0"/>
              <a:t>INPUT 03 </a:t>
            </a:r>
            <a:r>
              <a:rPr lang="en-US" b="1" dirty="0"/>
              <a:t>View (PENDIDIKAN)</a:t>
            </a:r>
            <a:endParaRPr lang="en-ID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14250B-829B-459B-84D4-3CF69DDA0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698" y="983672"/>
            <a:ext cx="11013916" cy="4197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708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1AA1E-4AEE-4270-938E-3050F1F98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698" y="217331"/>
            <a:ext cx="10058400" cy="766342"/>
          </a:xfrm>
        </p:spPr>
        <p:txBody>
          <a:bodyPr/>
          <a:lstStyle/>
          <a:p>
            <a:r>
              <a:rPr lang="en-US" dirty="0"/>
              <a:t>INPUT 03 </a:t>
            </a:r>
            <a:r>
              <a:rPr lang="en-US" b="1" dirty="0"/>
              <a:t>View (PELATIHAN)</a:t>
            </a:r>
            <a:endParaRPr lang="en-ID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E95BBE-1A3B-4CE6-85B2-58710BF98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698" y="983673"/>
            <a:ext cx="11166464" cy="4253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346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1AA1E-4AEE-4270-938E-3050F1F98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698" y="217331"/>
            <a:ext cx="10058400" cy="766342"/>
          </a:xfrm>
        </p:spPr>
        <p:txBody>
          <a:bodyPr/>
          <a:lstStyle/>
          <a:p>
            <a:r>
              <a:rPr lang="en-US" dirty="0"/>
              <a:t>PENCARIAN 03 </a:t>
            </a:r>
            <a:r>
              <a:rPr lang="en-US" b="1" dirty="0"/>
              <a:t>View (SERTIFIKASI)</a:t>
            </a:r>
            <a:endParaRPr lang="en-ID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71935D-A8D9-4B48-96DB-BA6D091C1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698" y="983673"/>
            <a:ext cx="11163412" cy="433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778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1AA1E-4AEE-4270-938E-3050F1F98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698" y="217331"/>
            <a:ext cx="10058400" cy="766342"/>
          </a:xfrm>
        </p:spPr>
        <p:txBody>
          <a:bodyPr/>
          <a:lstStyle/>
          <a:p>
            <a:r>
              <a:rPr lang="en-US" dirty="0"/>
              <a:t>INPUT 03 </a:t>
            </a:r>
            <a:r>
              <a:rPr lang="en-US" b="1" dirty="0"/>
              <a:t>View (DATA KESEHATAN)</a:t>
            </a:r>
            <a:endParaRPr lang="en-ID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0CCC04-B1F3-4991-AB69-C9B1BEF06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698" y="842962"/>
            <a:ext cx="8753302" cy="5469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966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1AA1E-4AEE-4270-938E-3050F1F98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698" y="217331"/>
            <a:ext cx="10058400" cy="766342"/>
          </a:xfrm>
        </p:spPr>
        <p:txBody>
          <a:bodyPr/>
          <a:lstStyle/>
          <a:p>
            <a:r>
              <a:rPr lang="en-US" dirty="0"/>
              <a:t>INPUT 03 </a:t>
            </a:r>
            <a:r>
              <a:rPr lang="en-US" b="1" dirty="0"/>
              <a:t>View (INFO KONTAK)</a:t>
            </a:r>
            <a:endParaRPr lang="en-ID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E4C951-B81C-4CB4-82FE-6EC61B216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697" y="983672"/>
            <a:ext cx="9175865" cy="4959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812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1AA1E-4AEE-4270-938E-3050F1F98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680" y="152400"/>
            <a:ext cx="10058400" cy="1260764"/>
          </a:xfrm>
        </p:spPr>
        <p:txBody>
          <a:bodyPr>
            <a:normAutofit fontScale="90000"/>
          </a:bodyPr>
          <a:lstStyle/>
          <a:p>
            <a:r>
              <a:rPr lang="en-US" dirty="0"/>
              <a:t>INPUT 03 </a:t>
            </a:r>
            <a:r>
              <a:rPr lang="en-US" b="1" dirty="0"/>
              <a:t>View (PELATIHAN VAKSINATOR COVID 19)</a:t>
            </a:r>
            <a:endParaRPr lang="en-ID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8961FB-5616-477E-AEEC-7AD7DC526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1413164"/>
            <a:ext cx="10819771" cy="4003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6486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841E6-7499-4B24-85C2-26412DB62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491" y="83378"/>
            <a:ext cx="11540836" cy="650914"/>
          </a:xfrm>
        </p:spPr>
        <p:txBody>
          <a:bodyPr>
            <a:normAutofit fontScale="90000"/>
          </a:bodyPr>
          <a:lstStyle/>
          <a:p>
            <a:r>
              <a:rPr lang="en-US" dirty="0"/>
              <a:t>DATA FASYANKES – Data SDMK aktif</a:t>
            </a:r>
            <a:endParaRPr lang="en-ID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701CB0-6446-46A8-A0A3-48A34425B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491" y="734292"/>
            <a:ext cx="11300912" cy="462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842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841E6-7499-4B24-85C2-26412DB62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491" y="83378"/>
            <a:ext cx="11540836" cy="650914"/>
          </a:xfrm>
        </p:spPr>
        <p:txBody>
          <a:bodyPr>
            <a:normAutofit fontScale="90000"/>
          </a:bodyPr>
          <a:lstStyle/>
          <a:p>
            <a:r>
              <a:rPr lang="en-US" dirty="0"/>
              <a:t>DATA FASYANKES – Data SDMK tidak aktif </a:t>
            </a:r>
            <a:r>
              <a:rPr lang="en-US" dirty="0" err="1"/>
              <a:t>sementara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CDDA6A-AF94-45F9-A5AA-98926F356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491" y="734292"/>
            <a:ext cx="10239375" cy="505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1314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841E6-7499-4B24-85C2-26412DB62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491" y="83378"/>
            <a:ext cx="11300912" cy="650914"/>
          </a:xfrm>
        </p:spPr>
        <p:txBody>
          <a:bodyPr>
            <a:normAutofit fontScale="90000"/>
          </a:bodyPr>
          <a:lstStyle/>
          <a:p>
            <a:r>
              <a:rPr lang="en-US" dirty="0"/>
              <a:t>DATA FASYANKES – Data SDMK tidak aktif </a:t>
            </a:r>
            <a:r>
              <a:rPr lang="en-US" dirty="0" err="1"/>
              <a:t>permanen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32B7B1-5087-47A9-A2FD-058E10691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597" y="734292"/>
            <a:ext cx="11010426" cy="545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1091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841E6-7499-4B24-85C2-26412DB62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491" y="83378"/>
            <a:ext cx="11300912" cy="650914"/>
          </a:xfrm>
        </p:spPr>
        <p:txBody>
          <a:bodyPr>
            <a:normAutofit fontScale="90000"/>
          </a:bodyPr>
          <a:lstStyle/>
          <a:p>
            <a:r>
              <a:rPr lang="en-US" dirty="0"/>
              <a:t>DATA FASYANKES – Detail </a:t>
            </a:r>
            <a:r>
              <a:rPr lang="en-US" dirty="0" err="1"/>
              <a:t>Fasyankes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3F1B0D-1F70-4068-A681-3EAF52A91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491" y="752475"/>
            <a:ext cx="10887075" cy="535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9477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841E6-7499-4B24-85C2-26412DB62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491" y="83378"/>
            <a:ext cx="11300912" cy="650914"/>
          </a:xfrm>
        </p:spPr>
        <p:txBody>
          <a:bodyPr>
            <a:normAutofit fontScale="90000"/>
          </a:bodyPr>
          <a:lstStyle/>
          <a:p>
            <a:r>
              <a:rPr lang="en-US" dirty="0"/>
              <a:t>DATA FASYANKES – Validasi Data OP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5E626B-BD58-49C1-A23C-477522965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491" y="857249"/>
            <a:ext cx="11191180" cy="3326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2227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841E6-7499-4B24-85C2-26412DB62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491" y="83378"/>
            <a:ext cx="11300912" cy="650914"/>
          </a:xfrm>
        </p:spPr>
        <p:txBody>
          <a:bodyPr>
            <a:normAutofit fontScale="90000"/>
          </a:bodyPr>
          <a:lstStyle/>
          <a:p>
            <a:r>
              <a:rPr lang="en-US" dirty="0"/>
              <a:t>DATA FASYANKES – SDMK </a:t>
            </a:r>
            <a:r>
              <a:rPr lang="en-US" dirty="0" err="1"/>
              <a:t>Profesi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BE1D56-34E0-4429-9E82-E8A7B56AA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491" y="903144"/>
            <a:ext cx="9429750" cy="3943350"/>
          </a:xfrm>
          <a:prstGeom prst="rect">
            <a:avLst/>
          </a:prstGeom>
        </p:spPr>
      </p:pic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8481758D-A064-4B6A-A94A-D909BBB6C5FA}"/>
              </a:ext>
            </a:extLst>
          </p:cNvPr>
          <p:cNvSpPr/>
          <p:nvPr/>
        </p:nvSpPr>
        <p:spPr>
          <a:xfrm>
            <a:off x="10210800" y="1094509"/>
            <a:ext cx="1648691" cy="928255"/>
          </a:xfrm>
          <a:prstGeom prst="wedgeRectCallout">
            <a:avLst>
              <a:gd name="adj1" fmla="val -89741"/>
              <a:gd name="adj2" fmla="val -37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Fitur</a:t>
            </a:r>
            <a:r>
              <a:rPr lang="en-US" dirty="0"/>
              <a:t> Belum </a:t>
            </a:r>
            <a:r>
              <a:rPr lang="en-US" dirty="0" err="1"/>
              <a:t>ada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3614224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841E6-7499-4B24-85C2-26412DB62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491" y="83378"/>
            <a:ext cx="11300912" cy="650914"/>
          </a:xfrm>
        </p:spPr>
        <p:txBody>
          <a:bodyPr>
            <a:normAutofit fontScale="90000"/>
          </a:bodyPr>
          <a:lstStyle/>
          <a:p>
            <a:r>
              <a:rPr lang="en-US" dirty="0"/>
              <a:t>VERIFIKASI 01</a:t>
            </a:r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A11069-F58B-4A18-AB7F-5DF2D8D0F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597" y="734292"/>
            <a:ext cx="8754405" cy="4475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9744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841E6-7499-4B24-85C2-26412DB62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491" y="83378"/>
            <a:ext cx="11300912" cy="650914"/>
          </a:xfrm>
        </p:spPr>
        <p:txBody>
          <a:bodyPr>
            <a:normAutofit fontScale="90000"/>
          </a:bodyPr>
          <a:lstStyle/>
          <a:p>
            <a:r>
              <a:rPr lang="en-US" dirty="0"/>
              <a:t>VERIFIKASI 02</a:t>
            </a:r>
            <a:endParaRPr lang="en-ID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80B7F3-8C99-4317-A3A5-281969D71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491" y="734292"/>
            <a:ext cx="107156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58062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92</TotalTime>
  <Words>104</Words>
  <Application>Microsoft Office PowerPoint</Application>
  <PresentationFormat>Widescreen</PresentationFormat>
  <Paragraphs>22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Calibri</vt:lpstr>
      <vt:lpstr>Calibri Light</vt:lpstr>
      <vt:lpstr>Retrospect</vt:lpstr>
      <vt:lpstr>SISDMK</vt:lpstr>
      <vt:lpstr>HOME</vt:lpstr>
      <vt:lpstr>INPUT 01</vt:lpstr>
      <vt:lpstr>INPUT 02</vt:lpstr>
      <vt:lpstr>INPUT 03 View (BIODATA)</vt:lpstr>
      <vt:lpstr>INPUT 03 View (PEKERJAAN)</vt:lpstr>
      <vt:lpstr>INPUT 03 View (PENDIDIKAN)</vt:lpstr>
      <vt:lpstr>INPUT 03 View (PELATIHAN)</vt:lpstr>
      <vt:lpstr>PENCARIAN 03 View (SERTIFIKASI)</vt:lpstr>
      <vt:lpstr>INPUT 03 View (DATA KESEHATAN)</vt:lpstr>
      <vt:lpstr>INPUT 03 View (INFO KONTAK)</vt:lpstr>
      <vt:lpstr>INPUT 03 View (PELATIHAN VAKSINATOR COVID 19)</vt:lpstr>
      <vt:lpstr>DATA FASYANKES – Data SDMK aktif</vt:lpstr>
      <vt:lpstr>DATA FASYANKES – Data SDMK tidak aktif sementara</vt:lpstr>
      <vt:lpstr>DATA FASYANKES – Data SDMK tidak aktif permanen</vt:lpstr>
      <vt:lpstr>DATA FASYANKES – Detail Fasyankes</vt:lpstr>
      <vt:lpstr>DATA FASYANKES – Validasi Data OP</vt:lpstr>
      <vt:lpstr>DATA FASYANKES – SDMK Profesi</vt:lpstr>
      <vt:lpstr>VERIFIKASI 01</vt:lpstr>
      <vt:lpstr>VERIFIKASI 02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yudi ade</dc:creator>
  <cp:lastModifiedBy>yudi ade</cp:lastModifiedBy>
  <cp:revision>15</cp:revision>
  <dcterms:created xsi:type="dcterms:W3CDTF">2023-04-11T01:11:24Z</dcterms:created>
  <dcterms:modified xsi:type="dcterms:W3CDTF">2023-04-18T04:28:47Z</dcterms:modified>
</cp:coreProperties>
</file>